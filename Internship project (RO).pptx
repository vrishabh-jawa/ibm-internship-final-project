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sldIdLst>
    <p:sldId id="256" r:id="rId5"/>
    <p:sldId id="2146847054" r:id="rId6"/>
    <p:sldId id="262" r:id="rId7"/>
    <p:sldId id="263" r:id="rId8"/>
    <p:sldId id="265" r:id="rId9"/>
    <p:sldId id="266" r:id="rId10"/>
    <p:sldId id="2146847063" r:id="rId11"/>
    <p:sldId id="2146847064" r:id="rId12"/>
    <p:sldId id="267" r:id="rId13"/>
    <p:sldId id="2146847068" r:id="rId14"/>
    <p:sldId id="2146847069" r:id="rId15"/>
    <p:sldId id="2146847070" r:id="rId16"/>
    <p:sldId id="268" r:id="rId17"/>
    <p:sldId id="2146847055" r:id="rId18"/>
    <p:sldId id="269" r:id="rId19"/>
    <p:sldId id="2146847071" r:id="rId20"/>
    <p:sldId id="2146847072" r:id="rId21"/>
    <p:sldId id="2146847073"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1546CB-559E-4FE2-BF73-5C2D301A0699}" v="129" dt="2025-07-31T21:54:30.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rishabh Jawa" userId="a781803dc0660965" providerId="LiveId" clId="{D21546CB-559E-4FE2-BF73-5C2D301A0699}"/>
    <pc:docChg chg="undo custSel addSld delSld modSld sldOrd">
      <pc:chgData name="Vrishabh Jawa" userId="a781803dc0660965" providerId="LiveId" clId="{D21546CB-559E-4FE2-BF73-5C2D301A0699}" dt="2025-07-31T21:56:31.039" v="2088" actId="1076"/>
      <pc:docMkLst>
        <pc:docMk/>
      </pc:docMkLst>
      <pc:sldChg chg="modSp mod">
        <pc:chgData name="Vrishabh Jawa" userId="a781803dc0660965" providerId="LiveId" clId="{D21546CB-559E-4FE2-BF73-5C2D301A0699}" dt="2025-07-31T19:11:58.161" v="265" actId="255"/>
        <pc:sldMkLst>
          <pc:docMk/>
          <pc:sldMk cId="953325580" sldId="256"/>
        </pc:sldMkLst>
        <pc:spChg chg="mod">
          <ac:chgData name="Vrishabh Jawa" userId="a781803dc0660965" providerId="LiveId" clId="{D21546CB-559E-4FE2-BF73-5C2D301A0699}" dt="2025-07-31T19:11:58.161" v="265" actId="255"/>
          <ac:spMkLst>
            <pc:docMk/>
            <pc:sldMk cId="953325580" sldId="256"/>
            <ac:spMk id="2" creationId="{A8A11E26-4C38-41A6-9857-11032CEECD80}"/>
          </ac:spMkLst>
        </pc:spChg>
        <pc:spChg chg="mod">
          <ac:chgData name="Vrishabh Jawa" userId="a781803dc0660965" providerId="LiveId" clId="{D21546CB-559E-4FE2-BF73-5C2D301A0699}" dt="2025-07-31T19:11:28.524" v="240" actId="1076"/>
          <ac:spMkLst>
            <pc:docMk/>
            <pc:sldMk cId="953325580" sldId="256"/>
            <ac:spMk id="3" creationId="{00000000-0000-0000-0000-000000000000}"/>
          </ac:spMkLst>
        </pc:spChg>
        <pc:spChg chg="mod">
          <ac:chgData name="Vrishabh Jawa" userId="a781803dc0660965" providerId="LiveId" clId="{D21546CB-559E-4FE2-BF73-5C2D301A0699}" dt="2025-07-31T19:11:51.067" v="264" actId="1037"/>
          <ac:spMkLst>
            <pc:docMk/>
            <pc:sldMk cId="953325580" sldId="256"/>
            <ac:spMk id="4" creationId="{00000000-0000-0000-0000-000000000000}"/>
          </ac:spMkLst>
        </pc:spChg>
      </pc:sldChg>
      <pc:sldChg chg="modSp mod">
        <pc:chgData name="Vrishabh Jawa" userId="a781803dc0660965" providerId="LiveId" clId="{D21546CB-559E-4FE2-BF73-5C2D301A0699}" dt="2025-07-31T21:56:31.039" v="2088" actId="1076"/>
        <pc:sldMkLst>
          <pc:docMk/>
          <pc:sldMk cId="4066255318" sldId="259"/>
        </pc:sldMkLst>
        <pc:spChg chg="mod">
          <ac:chgData name="Vrishabh Jawa" userId="a781803dc0660965" providerId="LiveId" clId="{D21546CB-559E-4FE2-BF73-5C2D301A0699}" dt="2025-07-31T21:56:31.039" v="2088" actId="1076"/>
          <ac:spMkLst>
            <pc:docMk/>
            <pc:sldMk cId="4066255318" sldId="259"/>
            <ac:spMk id="5" creationId="{8BE4CA82-64EC-4D4E-A5E5-3EBB66E7B24C}"/>
          </ac:spMkLst>
        </pc:spChg>
      </pc:sldChg>
      <pc:sldChg chg="modSp mod">
        <pc:chgData name="Vrishabh Jawa" userId="a781803dc0660965" providerId="LiveId" clId="{D21546CB-559E-4FE2-BF73-5C2D301A0699}" dt="2025-07-31T19:15:04.162" v="306" actId="123"/>
        <pc:sldMkLst>
          <pc:docMk/>
          <pc:sldMk cId="1186421160" sldId="262"/>
        </pc:sldMkLst>
        <pc:spChg chg="mod">
          <ac:chgData name="Vrishabh Jawa" userId="a781803dc0660965" providerId="LiveId" clId="{D21546CB-559E-4FE2-BF73-5C2D301A0699}" dt="2025-07-31T19:15:04.162" v="306" actId="123"/>
          <ac:spMkLst>
            <pc:docMk/>
            <pc:sldMk cId="1186421160" sldId="262"/>
            <ac:spMk id="2" creationId="{8FEE4A9C-3F57-7DA7-91FD-715C3FB47F93}"/>
          </ac:spMkLst>
        </pc:spChg>
        <pc:spChg chg="mod">
          <ac:chgData name="Vrishabh Jawa" userId="a781803dc0660965" providerId="LiveId" clId="{D21546CB-559E-4FE2-BF73-5C2D301A0699}" dt="2025-07-31T19:13:24.439" v="274" actId="1076"/>
          <ac:spMkLst>
            <pc:docMk/>
            <pc:sldMk cId="1186421160" sldId="262"/>
            <ac:spMk id="5" creationId="{8FBA75B4-2DD5-42EB-9397-F36BFB8BA723}"/>
          </ac:spMkLst>
        </pc:spChg>
      </pc:sldChg>
      <pc:sldChg chg="addSp delSp modSp mod">
        <pc:chgData name="Vrishabh Jawa" userId="a781803dc0660965" providerId="LiveId" clId="{D21546CB-559E-4FE2-BF73-5C2D301A0699}" dt="2025-07-31T19:47:51.577" v="711" actId="14100"/>
        <pc:sldMkLst>
          <pc:docMk/>
          <pc:sldMk cId="3210358481" sldId="263"/>
        </pc:sldMkLst>
        <pc:spChg chg="mod">
          <ac:chgData name="Vrishabh Jawa" userId="a781803dc0660965" providerId="LiveId" clId="{D21546CB-559E-4FE2-BF73-5C2D301A0699}" dt="2025-07-31T19:47:51.577" v="711" actId="14100"/>
          <ac:spMkLst>
            <pc:docMk/>
            <pc:sldMk cId="3210358481" sldId="263"/>
            <ac:spMk id="2" creationId="{E041FD9D-DF07-9C37-1E61-1D920E0EF1D4}"/>
          </ac:spMkLst>
        </pc:spChg>
        <pc:spChg chg="add">
          <ac:chgData name="Vrishabh Jawa" userId="a781803dc0660965" providerId="LiveId" clId="{D21546CB-559E-4FE2-BF73-5C2D301A0699}" dt="2025-07-31T19:43:36.571" v="486"/>
          <ac:spMkLst>
            <pc:docMk/>
            <pc:sldMk cId="3210358481" sldId="263"/>
            <ac:spMk id="3" creationId="{5C30B0EE-6DFE-25BA-12EB-3097FE990E16}"/>
          </ac:spMkLst>
        </pc:spChg>
        <pc:spChg chg="add">
          <ac:chgData name="Vrishabh Jawa" userId="a781803dc0660965" providerId="LiveId" clId="{D21546CB-559E-4FE2-BF73-5C2D301A0699}" dt="2025-07-31T19:43:55.941" v="487"/>
          <ac:spMkLst>
            <pc:docMk/>
            <pc:sldMk cId="3210358481" sldId="263"/>
            <ac:spMk id="4" creationId="{E4B3484F-2280-1F71-2753-602D6B83B483}"/>
          </ac:spMkLst>
        </pc:spChg>
        <pc:spChg chg="mod">
          <ac:chgData name="Vrishabh Jawa" userId="a781803dc0660965" providerId="LiveId" clId="{D21546CB-559E-4FE2-BF73-5C2D301A0699}" dt="2025-07-31T19:27:37.328" v="338" actId="1038"/>
          <ac:spMkLst>
            <pc:docMk/>
            <pc:sldMk cId="3210358481" sldId="263"/>
            <ac:spMk id="5" creationId="{8FBA75B4-2DD5-42EB-9397-F36BFB8BA723}"/>
          </ac:spMkLst>
        </pc:spChg>
        <pc:spChg chg="add">
          <ac:chgData name="Vrishabh Jawa" userId="a781803dc0660965" providerId="LiveId" clId="{D21546CB-559E-4FE2-BF73-5C2D301A0699}" dt="2025-07-31T19:44:40.757" v="488"/>
          <ac:spMkLst>
            <pc:docMk/>
            <pc:sldMk cId="3210358481" sldId="263"/>
            <ac:spMk id="6" creationId="{E3C4B595-4B1D-AB8E-6128-207C1CD5C5C3}"/>
          </ac:spMkLst>
        </pc:spChg>
        <pc:spChg chg="add del mod">
          <ac:chgData name="Vrishabh Jawa" userId="a781803dc0660965" providerId="LiveId" clId="{D21546CB-559E-4FE2-BF73-5C2D301A0699}" dt="2025-07-31T19:46:15.976" v="664"/>
          <ac:spMkLst>
            <pc:docMk/>
            <pc:sldMk cId="3210358481" sldId="263"/>
            <ac:spMk id="7" creationId="{85EC156E-887F-991A-5B97-A99E563EA2C3}"/>
          </ac:spMkLst>
        </pc:spChg>
      </pc:sldChg>
      <pc:sldChg chg="addSp delSp modSp mod">
        <pc:chgData name="Vrishabh Jawa" userId="a781803dc0660965" providerId="LiveId" clId="{D21546CB-559E-4FE2-BF73-5C2D301A0699}" dt="2025-07-31T20:11:25.517" v="854" actId="20577"/>
        <pc:sldMkLst>
          <pc:docMk/>
          <pc:sldMk cId="3202024527" sldId="265"/>
        </pc:sldMkLst>
        <pc:spChg chg="mod">
          <ac:chgData name="Vrishabh Jawa" userId="a781803dc0660965" providerId="LiveId" clId="{D21546CB-559E-4FE2-BF73-5C2D301A0699}" dt="2025-07-31T20:11:25.517" v="854" actId="20577"/>
          <ac:spMkLst>
            <pc:docMk/>
            <pc:sldMk cId="3202024527" sldId="265"/>
            <ac:spMk id="2" creationId="{C4FFAF3C-BA60-9181-132C-C36C403AAEA7}"/>
          </ac:spMkLst>
        </pc:spChg>
        <pc:spChg chg="add mod">
          <ac:chgData name="Vrishabh Jawa" userId="a781803dc0660965" providerId="LiveId" clId="{D21546CB-559E-4FE2-BF73-5C2D301A0699}" dt="2025-07-31T19:55:06.536" v="715" actId="1076"/>
          <ac:spMkLst>
            <pc:docMk/>
            <pc:sldMk cId="3202024527" sldId="265"/>
            <ac:spMk id="3" creationId="{C3CE7CAB-6C41-3F0D-2EF4-C4964F2BD1BC}"/>
          </ac:spMkLst>
        </pc:spChg>
        <pc:spChg chg="add mod">
          <ac:chgData name="Vrishabh Jawa" userId="a781803dc0660965" providerId="LiveId" clId="{D21546CB-559E-4FE2-BF73-5C2D301A0699}" dt="2025-07-31T19:55:06.536" v="715" actId="1076"/>
          <ac:spMkLst>
            <pc:docMk/>
            <pc:sldMk cId="3202024527" sldId="265"/>
            <ac:spMk id="4" creationId="{41D8F9C0-D830-6FC2-F7F5-41676BA24DF2}"/>
          </ac:spMkLst>
        </pc:spChg>
        <pc:spChg chg="mod">
          <ac:chgData name="Vrishabh Jawa" userId="a781803dc0660965" providerId="LiveId" clId="{D21546CB-559E-4FE2-BF73-5C2D301A0699}" dt="2025-07-31T20:03:17.765" v="792" actId="1038"/>
          <ac:spMkLst>
            <pc:docMk/>
            <pc:sldMk cId="3202024527" sldId="265"/>
            <ac:spMk id="5" creationId="{8FBA75B4-2DD5-42EB-9397-F36BFB8BA723}"/>
          </ac:spMkLst>
        </pc:spChg>
        <pc:spChg chg="add mod">
          <ac:chgData name="Vrishabh Jawa" userId="a781803dc0660965" providerId="LiveId" clId="{D21546CB-559E-4FE2-BF73-5C2D301A0699}" dt="2025-07-31T19:55:06.536" v="715" actId="1076"/>
          <ac:spMkLst>
            <pc:docMk/>
            <pc:sldMk cId="3202024527" sldId="265"/>
            <ac:spMk id="6" creationId="{B565CE3E-3337-84C8-5B05-D1457F2F8634}"/>
          </ac:spMkLst>
        </pc:spChg>
        <pc:spChg chg="add mod">
          <ac:chgData name="Vrishabh Jawa" userId="a781803dc0660965" providerId="LiveId" clId="{D21546CB-559E-4FE2-BF73-5C2D301A0699}" dt="2025-07-31T19:55:06.536" v="715" actId="1076"/>
          <ac:spMkLst>
            <pc:docMk/>
            <pc:sldMk cId="3202024527" sldId="265"/>
            <ac:spMk id="7" creationId="{5F2770C9-58C4-7549-FB58-8DAD4CFB0185}"/>
          </ac:spMkLst>
        </pc:spChg>
        <pc:spChg chg="add mod">
          <ac:chgData name="Vrishabh Jawa" userId="a781803dc0660965" providerId="LiveId" clId="{D21546CB-559E-4FE2-BF73-5C2D301A0699}" dt="2025-07-31T19:55:06.536" v="715" actId="1076"/>
          <ac:spMkLst>
            <pc:docMk/>
            <pc:sldMk cId="3202024527" sldId="265"/>
            <ac:spMk id="8" creationId="{3A7F0D17-33E3-CE3D-91BE-805A20B581D9}"/>
          </ac:spMkLst>
        </pc:spChg>
        <pc:spChg chg="add">
          <ac:chgData name="Vrishabh Jawa" userId="a781803dc0660965" providerId="LiveId" clId="{D21546CB-559E-4FE2-BF73-5C2D301A0699}" dt="2025-07-31T19:55:18.833" v="717"/>
          <ac:spMkLst>
            <pc:docMk/>
            <pc:sldMk cId="3202024527" sldId="265"/>
            <ac:spMk id="9" creationId="{1F49CCBC-FCD2-4210-4067-8748A1EC260E}"/>
          </ac:spMkLst>
        </pc:spChg>
        <pc:spChg chg="add">
          <ac:chgData name="Vrishabh Jawa" userId="a781803dc0660965" providerId="LiveId" clId="{D21546CB-559E-4FE2-BF73-5C2D301A0699}" dt="2025-07-31T19:55:18.833" v="717"/>
          <ac:spMkLst>
            <pc:docMk/>
            <pc:sldMk cId="3202024527" sldId="265"/>
            <ac:spMk id="10" creationId="{2F4E3B25-F683-B322-155A-5DC276184722}"/>
          </ac:spMkLst>
        </pc:spChg>
        <pc:spChg chg="add">
          <ac:chgData name="Vrishabh Jawa" userId="a781803dc0660965" providerId="LiveId" clId="{D21546CB-559E-4FE2-BF73-5C2D301A0699}" dt="2025-07-31T19:55:18.833" v="717"/>
          <ac:spMkLst>
            <pc:docMk/>
            <pc:sldMk cId="3202024527" sldId="265"/>
            <ac:spMk id="11" creationId="{C320EBFD-25A9-74AB-95AB-C1666D157416}"/>
          </ac:spMkLst>
        </pc:spChg>
        <pc:spChg chg="add">
          <ac:chgData name="Vrishabh Jawa" userId="a781803dc0660965" providerId="LiveId" clId="{D21546CB-559E-4FE2-BF73-5C2D301A0699}" dt="2025-07-31T19:55:18.833" v="717"/>
          <ac:spMkLst>
            <pc:docMk/>
            <pc:sldMk cId="3202024527" sldId="265"/>
            <ac:spMk id="12" creationId="{570292FB-4157-37CB-C2A3-1EAB6A5FAB0E}"/>
          </ac:spMkLst>
        </pc:spChg>
        <pc:spChg chg="add">
          <ac:chgData name="Vrishabh Jawa" userId="a781803dc0660965" providerId="LiveId" clId="{D21546CB-559E-4FE2-BF73-5C2D301A0699}" dt="2025-07-31T19:55:18.833" v="717"/>
          <ac:spMkLst>
            <pc:docMk/>
            <pc:sldMk cId="3202024527" sldId="265"/>
            <ac:spMk id="13" creationId="{9919B647-51A1-4DD5-2DBE-A506DFB2B391}"/>
          </ac:spMkLst>
        </pc:spChg>
        <pc:spChg chg="add">
          <ac:chgData name="Vrishabh Jawa" userId="a781803dc0660965" providerId="LiveId" clId="{D21546CB-559E-4FE2-BF73-5C2D301A0699}" dt="2025-07-31T19:55:25.155" v="718"/>
          <ac:spMkLst>
            <pc:docMk/>
            <pc:sldMk cId="3202024527" sldId="265"/>
            <ac:spMk id="14" creationId="{3ED1E5EF-BFBA-1360-1984-CA4FD1EE1787}"/>
          </ac:spMkLst>
        </pc:spChg>
        <pc:spChg chg="add">
          <ac:chgData name="Vrishabh Jawa" userId="a781803dc0660965" providerId="LiveId" clId="{D21546CB-559E-4FE2-BF73-5C2D301A0699}" dt="2025-07-31T19:55:25.155" v="718"/>
          <ac:spMkLst>
            <pc:docMk/>
            <pc:sldMk cId="3202024527" sldId="265"/>
            <ac:spMk id="15" creationId="{45EFB535-7664-1617-EA12-7A87DF53C2F8}"/>
          </ac:spMkLst>
        </pc:spChg>
        <pc:spChg chg="add mod">
          <ac:chgData name="Vrishabh Jawa" userId="a781803dc0660965" providerId="LiveId" clId="{D21546CB-559E-4FE2-BF73-5C2D301A0699}" dt="2025-07-31T19:55:34.952" v="720" actId="1076"/>
          <ac:spMkLst>
            <pc:docMk/>
            <pc:sldMk cId="3202024527" sldId="265"/>
            <ac:spMk id="16" creationId="{98039024-5A61-F6B3-FE69-B2766EF330DB}"/>
          </ac:spMkLst>
        </pc:spChg>
        <pc:spChg chg="add">
          <ac:chgData name="Vrishabh Jawa" userId="a781803dc0660965" providerId="LiveId" clId="{D21546CB-559E-4FE2-BF73-5C2D301A0699}" dt="2025-07-31T19:55:25.155" v="718"/>
          <ac:spMkLst>
            <pc:docMk/>
            <pc:sldMk cId="3202024527" sldId="265"/>
            <ac:spMk id="17" creationId="{99DE4F7C-35C9-5F99-8AEF-C6CAD41E41BB}"/>
          </ac:spMkLst>
        </pc:spChg>
        <pc:spChg chg="add">
          <ac:chgData name="Vrishabh Jawa" userId="a781803dc0660965" providerId="LiveId" clId="{D21546CB-559E-4FE2-BF73-5C2D301A0699}" dt="2025-07-31T19:55:25.155" v="718"/>
          <ac:spMkLst>
            <pc:docMk/>
            <pc:sldMk cId="3202024527" sldId="265"/>
            <ac:spMk id="18" creationId="{C37E6B88-E168-987B-BA8E-3B7F531AE6BD}"/>
          </ac:spMkLst>
        </pc:spChg>
        <pc:spChg chg="add">
          <ac:chgData name="Vrishabh Jawa" userId="a781803dc0660965" providerId="LiveId" clId="{D21546CB-559E-4FE2-BF73-5C2D301A0699}" dt="2025-07-31T19:56:19.684" v="726"/>
          <ac:spMkLst>
            <pc:docMk/>
            <pc:sldMk cId="3202024527" sldId="265"/>
            <ac:spMk id="19" creationId="{FE7E3DC4-BEBB-8539-952F-CB4F8E14140A}"/>
          </ac:spMkLst>
        </pc:spChg>
        <pc:spChg chg="add del mod">
          <ac:chgData name="Vrishabh Jawa" userId="a781803dc0660965" providerId="LiveId" clId="{D21546CB-559E-4FE2-BF73-5C2D301A0699}" dt="2025-07-31T19:57:55.454" v="751"/>
          <ac:spMkLst>
            <pc:docMk/>
            <pc:sldMk cId="3202024527" sldId="265"/>
            <ac:spMk id="20" creationId="{8D7961E9-E566-0537-B9B8-5F3A0E88CC03}"/>
          </ac:spMkLst>
        </pc:spChg>
      </pc:sldChg>
      <pc:sldChg chg="addSp delSp modSp mod">
        <pc:chgData name="Vrishabh Jawa" userId="a781803dc0660965" providerId="LiveId" clId="{D21546CB-559E-4FE2-BF73-5C2D301A0699}" dt="2025-07-31T20:49:40.708" v="1501" actId="14100"/>
        <pc:sldMkLst>
          <pc:docMk/>
          <pc:sldMk cId="4154508776" sldId="266"/>
        </pc:sldMkLst>
        <pc:spChg chg="mod">
          <ac:chgData name="Vrishabh Jawa" userId="a781803dc0660965" providerId="LiveId" clId="{D21546CB-559E-4FE2-BF73-5C2D301A0699}" dt="2025-07-31T20:49:40.708" v="1501" actId="14100"/>
          <ac:spMkLst>
            <pc:docMk/>
            <pc:sldMk cId="4154508776" sldId="266"/>
            <ac:spMk id="2" creationId="{F7F0871F-2198-9E37-C96F-3611AA199B60}"/>
          </ac:spMkLst>
        </pc:spChg>
        <pc:spChg chg="add del mod">
          <ac:chgData name="Vrishabh Jawa" userId="a781803dc0660965" providerId="LiveId" clId="{D21546CB-559E-4FE2-BF73-5C2D301A0699}" dt="2025-07-31T20:24:04.834" v="880"/>
          <ac:spMkLst>
            <pc:docMk/>
            <pc:sldMk cId="4154508776" sldId="266"/>
            <ac:spMk id="3" creationId="{39013BF3-701E-7CBA-7E0F-226CA3F09C32}"/>
          </ac:spMkLst>
        </pc:spChg>
        <pc:spChg chg="mod">
          <ac:chgData name="Vrishabh Jawa" userId="a781803dc0660965" providerId="LiveId" clId="{D21546CB-559E-4FE2-BF73-5C2D301A0699}" dt="2025-07-31T20:26:19.187" v="907" actId="1036"/>
          <ac:spMkLst>
            <pc:docMk/>
            <pc:sldMk cId="4154508776" sldId="266"/>
            <ac:spMk id="5" creationId="{8FBA75B4-2DD5-42EB-9397-F36BFB8BA723}"/>
          </ac:spMkLst>
        </pc:spChg>
      </pc:sldChg>
      <pc:sldChg chg="addSp delSp modSp mod">
        <pc:chgData name="Vrishabh Jawa" userId="a781803dc0660965" providerId="LiveId" clId="{D21546CB-559E-4FE2-BF73-5C2D301A0699}" dt="2025-07-31T21:23:02.458" v="1829" actId="208"/>
        <pc:sldMkLst>
          <pc:docMk/>
          <pc:sldMk cId="1483293388" sldId="267"/>
        </pc:sldMkLst>
        <pc:spChg chg="del">
          <ac:chgData name="Vrishabh Jawa" userId="a781803dc0660965" providerId="LiveId" clId="{D21546CB-559E-4FE2-BF73-5C2D301A0699}" dt="2025-07-31T20:56:48.088" v="1560" actId="478"/>
          <ac:spMkLst>
            <pc:docMk/>
            <pc:sldMk cId="1483293388" sldId="267"/>
            <ac:spMk id="2" creationId="{D3304455-6802-6CA9-8475-2F6DD1B8D409}"/>
          </ac:spMkLst>
        </pc:spChg>
        <pc:spChg chg="add del mod">
          <ac:chgData name="Vrishabh Jawa" userId="a781803dc0660965" providerId="LiveId" clId="{D21546CB-559E-4FE2-BF73-5C2D301A0699}" dt="2025-07-31T20:56:51.279" v="1561" actId="478"/>
          <ac:spMkLst>
            <pc:docMk/>
            <pc:sldMk cId="1483293388" sldId="267"/>
            <ac:spMk id="4" creationId="{76C57371-98CE-0436-FFBC-B03FEBE7B08B}"/>
          </ac:spMkLst>
        </pc:spChg>
        <pc:spChg chg="mod">
          <ac:chgData name="Vrishabh Jawa" userId="a781803dc0660965" providerId="LiveId" clId="{D21546CB-559E-4FE2-BF73-5C2D301A0699}" dt="2025-07-31T21:15:28.280" v="1686" actId="1076"/>
          <ac:spMkLst>
            <pc:docMk/>
            <pc:sldMk cId="1483293388" sldId="267"/>
            <ac:spMk id="5" creationId="{8FBA75B4-2DD5-42EB-9397-F36BFB8BA723}"/>
          </ac:spMkLst>
        </pc:spChg>
        <pc:spChg chg="add mod">
          <ac:chgData name="Vrishabh Jawa" userId="a781803dc0660965" providerId="LiveId" clId="{D21546CB-559E-4FE2-BF73-5C2D301A0699}" dt="2025-07-31T21:21:42.420" v="1796" actId="20577"/>
          <ac:spMkLst>
            <pc:docMk/>
            <pc:sldMk cId="1483293388" sldId="267"/>
            <ac:spMk id="15" creationId="{9854EA6D-2301-8E34-41C8-475DA03EAA0F}"/>
          </ac:spMkLst>
        </pc:spChg>
        <pc:picChg chg="add del mod">
          <ac:chgData name="Vrishabh Jawa" userId="a781803dc0660965" providerId="LiveId" clId="{D21546CB-559E-4FE2-BF73-5C2D301A0699}" dt="2025-07-31T20:58:42.197" v="1566" actId="478"/>
          <ac:picMkLst>
            <pc:docMk/>
            <pc:sldMk cId="1483293388" sldId="267"/>
            <ac:picMk id="7" creationId="{9579236D-B834-B9D1-8B7C-FA112BC08984}"/>
          </ac:picMkLst>
        </pc:picChg>
        <pc:picChg chg="add del mod">
          <ac:chgData name="Vrishabh Jawa" userId="a781803dc0660965" providerId="LiveId" clId="{D21546CB-559E-4FE2-BF73-5C2D301A0699}" dt="2025-07-31T21:04:53.534" v="1568" actId="21"/>
          <ac:picMkLst>
            <pc:docMk/>
            <pc:sldMk cId="1483293388" sldId="267"/>
            <ac:picMk id="9" creationId="{860E4A7D-3A51-5BB5-71A8-D0ACBB0E70F3}"/>
          </ac:picMkLst>
        </pc:picChg>
        <pc:picChg chg="add mod">
          <ac:chgData name="Vrishabh Jawa" userId="a781803dc0660965" providerId="LiveId" clId="{D21546CB-559E-4FE2-BF73-5C2D301A0699}" dt="2025-07-31T21:22:58.340" v="1828" actId="208"/>
          <ac:picMkLst>
            <pc:docMk/>
            <pc:sldMk cId="1483293388" sldId="267"/>
            <ac:picMk id="11" creationId="{2C21A3B3-0A8C-36DB-D64E-973C4A0C63DC}"/>
          </ac:picMkLst>
        </pc:picChg>
        <pc:picChg chg="add del mod">
          <ac:chgData name="Vrishabh Jawa" userId="a781803dc0660965" providerId="LiveId" clId="{D21546CB-559E-4FE2-BF73-5C2D301A0699}" dt="2025-07-31T21:10:26.558" v="1590" actId="21"/>
          <ac:picMkLst>
            <pc:docMk/>
            <pc:sldMk cId="1483293388" sldId="267"/>
            <ac:picMk id="13" creationId="{7AF8C251-DE09-CD55-3CBF-BE1047FD958E}"/>
          </ac:picMkLst>
        </pc:picChg>
        <pc:picChg chg="add mod modCrop">
          <ac:chgData name="Vrishabh Jawa" userId="a781803dc0660965" providerId="LiveId" clId="{D21546CB-559E-4FE2-BF73-5C2D301A0699}" dt="2025-07-31T21:23:02.458" v="1829" actId="208"/>
          <ac:picMkLst>
            <pc:docMk/>
            <pc:sldMk cId="1483293388" sldId="267"/>
            <ac:picMk id="16" creationId="{7AF8C251-DE09-CD55-3CBF-BE1047FD958E}"/>
          </ac:picMkLst>
        </pc:picChg>
      </pc:sldChg>
      <pc:sldChg chg="modSp mod">
        <pc:chgData name="Vrishabh Jawa" userId="a781803dc0660965" providerId="LiveId" clId="{D21546CB-559E-4FE2-BF73-5C2D301A0699}" dt="2025-07-31T21:35:20.819" v="1909" actId="12"/>
        <pc:sldMkLst>
          <pc:docMk/>
          <pc:sldMk cId="3183315129" sldId="268"/>
        </pc:sldMkLst>
        <pc:spChg chg="mod">
          <ac:chgData name="Vrishabh Jawa" userId="a781803dc0660965" providerId="LiveId" clId="{D21546CB-559E-4FE2-BF73-5C2D301A0699}" dt="2025-07-31T21:35:20.819" v="1909" actId="12"/>
          <ac:spMkLst>
            <pc:docMk/>
            <pc:sldMk cId="3183315129" sldId="268"/>
            <ac:spMk id="2" creationId="{005E46AB-32C4-4B57-A2B1-50738A64BE1B}"/>
          </ac:spMkLst>
        </pc:spChg>
      </pc:sldChg>
      <pc:sldChg chg="addSp delSp modSp mod">
        <pc:chgData name="Vrishabh Jawa" userId="a781803dc0660965" providerId="LiveId" clId="{D21546CB-559E-4FE2-BF73-5C2D301A0699}" dt="2025-07-31T21:49:49.124" v="2028" actId="478"/>
        <pc:sldMkLst>
          <pc:docMk/>
          <pc:sldMk cId="728950222" sldId="269"/>
        </pc:sldMkLst>
        <pc:spChg chg="del mod">
          <ac:chgData name="Vrishabh Jawa" userId="a781803dc0660965" providerId="LiveId" clId="{D21546CB-559E-4FE2-BF73-5C2D301A0699}" dt="2025-07-31T21:44:48.971" v="1968"/>
          <ac:spMkLst>
            <pc:docMk/>
            <pc:sldMk cId="728950222" sldId="269"/>
            <ac:spMk id="2" creationId="{357C38BC-22B3-37B2-E0C3-812020A76077}"/>
          </ac:spMkLst>
        </pc:spChg>
        <pc:spChg chg="add">
          <ac:chgData name="Vrishabh Jawa" userId="a781803dc0660965" providerId="LiveId" clId="{D21546CB-559E-4FE2-BF73-5C2D301A0699}" dt="2025-07-31T21:44:30.501" v="1966"/>
          <ac:spMkLst>
            <pc:docMk/>
            <pc:sldMk cId="728950222" sldId="269"/>
            <ac:spMk id="3" creationId="{8196CCD8-EF54-4F41-B62A-D2DEE05252D8}"/>
          </ac:spMkLst>
        </pc:spChg>
        <pc:spChg chg="add mod">
          <ac:chgData name="Vrishabh Jawa" userId="a781803dc0660965" providerId="LiveId" clId="{D21546CB-559E-4FE2-BF73-5C2D301A0699}" dt="2025-07-31T21:47:28.287" v="2014" actId="20577"/>
          <ac:spMkLst>
            <pc:docMk/>
            <pc:sldMk cId="728950222" sldId="269"/>
            <ac:spMk id="4" creationId="{70106097-4ED6-3659-E977-A40F424BB1D7}"/>
          </ac:spMkLst>
        </pc:spChg>
        <pc:spChg chg="mod">
          <ac:chgData name="Vrishabh Jawa" userId="a781803dc0660965" providerId="LiveId" clId="{D21546CB-559E-4FE2-BF73-5C2D301A0699}" dt="2025-07-31T21:46:50.890" v="2000" actId="1076"/>
          <ac:spMkLst>
            <pc:docMk/>
            <pc:sldMk cId="728950222" sldId="269"/>
            <ac:spMk id="5" creationId="{8FBA75B4-2DD5-42EB-9397-F36BFB8BA723}"/>
          </ac:spMkLst>
        </pc:spChg>
        <pc:spChg chg="add del mod">
          <ac:chgData name="Vrishabh Jawa" userId="a781803dc0660965" providerId="LiveId" clId="{D21546CB-559E-4FE2-BF73-5C2D301A0699}" dt="2025-07-31T21:49:49.124" v="2028" actId="478"/>
          <ac:spMkLst>
            <pc:docMk/>
            <pc:sldMk cId="728950222" sldId="269"/>
            <ac:spMk id="6" creationId="{466BDBD3-EE1A-9D70-24E1-CC4C4FC8A5F0}"/>
          </ac:spMkLst>
        </pc:spChg>
      </pc:sldChg>
      <pc:sldChg chg="modSp mod">
        <pc:chgData name="Vrishabh Jawa" userId="a781803dc0660965" providerId="LiveId" clId="{D21546CB-559E-4FE2-BF73-5C2D301A0699}" dt="2025-07-31T19:19:30.112" v="309" actId="14100"/>
        <pc:sldMkLst>
          <pc:docMk/>
          <pc:sldMk cId="2900153716" sldId="2146847054"/>
        </pc:sldMkLst>
        <pc:spChg chg="mod">
          <ac:chgData name="Vrishabh Jawa" userId="a781803dc0660965" providerId="LiveId" clId="{D21546CB-559E-4FE2-BF73-5C2D301A0699}" dt="2025-07-31T19:13:09.001" v="272" actId="115"/>
          <ac:spMkLst>
            <pc:docMk/>
            <pc:sldMk cId="2900153716" sldId="2146847054"/>
            <ac:spMk id="2" creationId="{49FFEB4C-F209-4AE7-AA2B-B3C26CE2C51D}"/>
          </ac:spMkLst>
        </pc:spChg>
        <pc:spChg chg="mod">
          <ac:chgData name="Vrishabh Jawa" userId="a781803dc0660965" providerId="LiveId" clId="{D21546CB-559E-4FE2-BF73-5C2D301A0699}" dt="2025-07-31T19:19:30.112" v="309" actId="14100"/>
          <ac:spMkLst>
            <pc:docMk/>
            <pc:sldMk cId="2900153716" sldId="2146847054"/>
            <ac:spMk id="3" creationId="{B2678641-EEA3-4EC4-BF39-4075B0C120E8}"/>
          </ac:spMkLst>
        </pc:spChg>
      </pc:sldChg>
      <pc:sldChg chg="modSp mod">
        <pc:chgData name="Vrishabh Jawa" userId="a781803dc0660965" providerId="LiveId" clId="{D21546CB-559E-4FE2-BF73-5C2D301A0699}" dt="2025-07-31T21:41:28.119" v="1964" actId="1035"/>
        <pc:sldMkLst>
          <pc:docMk/>
          <pc:sldMk cId="614882681" sldId="2146847055"/>
        </pc:sldMkLst>
        <pc:spChg chg="mod">
          <ac:chgData name="Vrishabh Jawa" userId="a781803dc0660965" providerId="LiveId" clId="{D21546CB-559E-4FE2-BF73-5C2D301A0699}" dt="2025-07-31T21:41:28.119" v="1964" actId="1035"/>
          <ac:spMkLst>
            <pc:docMk/>
            <pc:sldMk cId="614882681" sldId="2146847055"/>
            <ac:spMk id="3" creationId="{A6638FD1-D00E-E75B-705C-564F06D93D7B}"/>
          </ac:spMkLst>
        </pc:spChg>
        <pc:spChg chg="mod">
          <ac:chgData name="Vrishabh Jawa" userId="a781803dc0660965" providerId="LiveId" clId="{D21546CB-559E-4FE2-BF73-5C2D301A0699}" dt="2025-07-31T21:41:17.918" v="1959" actId="1076"/>
          <ac:spMkLst>
            <pc:docMk/>
            <pc:sldMk cId="614882681" sldId="2146847055"/>
            <ac:spMk id="5" creationId="{3F968F13-9AC4-7120-7ACD-9F752C767D5D}"/>
          </ac:spMkLst>
        </pc:spChg>
      </pc:sldChg>
      <pc:sldChg chg="del">
        <pc:chgData name="Vrishabh Jawa" userId="a781803dc0660965" providerId="LiveId" clId="{D21546CB-559E-4FE2-BF73-5C2D301A0699}" dt="2025-07-31T21:52:10.888" v="2046" actId="47"/>
        <pc:sldMkLst>
          <pc:docMk/>
          <pc:sldMk cId="384733178" sldId="2146847059"/>
        </pc:sldMkLst>
      </pc:sldChg>
      <pc:sldChg chg="modSp del mod">
        <pc:chgData name="Vrishabh Jawa" userId="a781803dc0660965" providerId="LiveId" clId="{D21546CB-559E-4FE2-BF73-5C2D301A0699}" dt="2025-07-31T21:52:17.987" v="2048" actId="47"/>
        <pc:sldMkLst>
          <pc:docMk/>
          <pc:sldMk cId="4128710330" sldId="2146847060"/>
        </pc:sldMkLst>
        <pc:spChg chg="mod">
          <ac:chgData name="Vrishabh Jawa" userId="a781803dc0660965" providerId="LiveId" clId="{D21546CB-559E-4FE2-BF73-5C2D301A0699}" dt="2025-07-31T21:52:15.499" v="2047" actId="21"/>
          <ac:spMkLst>
            <pc:docMk/>
            <pc:sldMk cId="4128710330" sldId="2146847060"/>
            <ac:spMk id="3" creationId="{177D9613-6E93-8A63-8EC7-750760D77FD8}"/>
          </ac:spMkLst>
        </pc:spChg>
      </pc:sldChg>
      <pc:sldChg chg="modSp del mod">
        <pc:chgData name="Vrishabh Jawa" userId="a781803dc0660965" providerId="LiveId" clId="{D21546CB-559E-4FE2-BF73-5C2D301A0699}" dt="2025-07-31T21:53:49.874" v="2068" actId="47"/>
        <pc:sldMkLst>
          <pc:docMk/>
          <pc:sldMk cId="2171852726" sldId="2146847061"/>
        </pc:sldMkLst>
        <pc:spChg chg="mod">
          <ac:chgData name="Vrishabh Jawa" userId="a781803dc0660965" providerId="LiveId" clId="{D21546CB-559E-4FE2-BF73-5C2D301A0699}" dt="2025-07-31T21:53:46.816" v="2067" actId="21"/>
          <ac:spMkLst>
            <pc:docMk/>
            <pc:sldMk cId="2171852726" sldId="2146847061"/>
            <ac:spMk id="3" creationId="{177D9613-6E93-8A63-8EC7-750760D77FD8}"/>
          </ac:spMkLst>
        </pc:spChg>
      </pc:sldChg>
      <pc:sldChg chg="new del">
        <pc:chgData name="Vrishabh Jawa" userId="a781803dc0660965" providerId="LiveId" clId="{D21546CB-559E-4FE2-BF73-5C2D301A0699}" dt="2025-07-31T20:25:42.695" v="889" actId="47"/>
        <pc:sldMkLst>
          <pc:docMk/>
          <pc:sldMk cId="3228297017" sldId="2146847062"/>
        </pc:sldMkLst>
      </pc:sldChg>
      <pc:sldChg chg="addSp delSp modSp add mod">
        <pc:chgData name="Vrishabh Jawa" userId="a781803dc0660965" providerId="LiveId" clId="{D21546CB-559E-4FE2-BF73-5C2D301A0699}" dt="2025-07-31T20:42:04.527" v="1413" actId="1076"/>
        <pc:sldMkLst>
          <pc:docMk/>
          <pc:sldMk cId="2236717247" sldId="2146847063"/>
        </pc:sldMkLst>
        <pc:spChg chg="mod">
          <ac:chgData name="Vrishabh Jawa" userId="a781803dc0660965" providerId="LiveId" clId="{D21546CB-559E-4FE2-BF73-5C2D301A0699}" dt="2025-07-31T20:42:04.527" v="1413" actId="1076"/>
          <ac:spMkLst>
            <pc:docMk/>
            <pc:sldMk cId="2236717247" sldId="2146847063"/>
            <ac:spMk id="2" creationId="{2CB5B610-E05A-FE39-0FEE-F9CC84B37B5B}"/>
          </ac:spMkLst>
        </pc:spChg>
        <pc:spChg chg="add del">
          <ac:chgData name="Vrishabh Jawa" userId="a781803dc0660965" providerId="LiveId" clId="{D21546CB-559E-4FE2-BF73-5C2D301A0699}" dt="2025-07-31T20:41:29.513" v="1044" actId="22"/>
          <ac:spMkLst>
            <pc:docMk/>
            <pc:sldMk cId="2236717247" sldId="2146847063"/>
            <ac:spMk id="4" creationId="{A2B38BB7-7A0A-0B9C-A987-708EA2EAC039}"/>
          </ac:spMkLst>
        </pc:spChg>
        <pc:spChg chg="mod">
          <ac:chgData name="Vrishabh Jawa" userId="a781803dc0660965" providerId="LiveId" clId="{D21546CB-559E-4FE2-BF73-5C2D301A0699}" dt="2025-07-31T20:26:30.634" v="921" actId="1036"/>
          <ac:spMkLst>
            <pc:docMk/>
            <pc:sldMk cId="2236717247" sldId="2146847063"/>
            <ac:spMk id="5" creationId="{3A02A1C3-2F5A-E262-AD2A-7A96C92BF16D}"/>
          </ac:spMkLst>
        </pc:spChg>
      </pc:sldChg>
      <pc:sldChg chg="addSp delSp modSp add mod">
        <pc:chgData name="Vrishabh Jawa" userId="a781803dc0660965" providerId="LiveId" clId="{D21546CB-559E-4FE2-BF73-5C2D301A0699}" dt="2025-07-31T20:56:12.606" v="1558" actId="1076"/>
        <pc:sldMkLst>
          <pc:docMk/>
          <pc:sldMk cId="2875139116" sldId="2146847064"/>
        </pc:sldMkLst>
        <pc:spChg chg="mod">
          <ac:chgData name="Vrishabh Jawa" userId="a781803dc0660965" providerId="LiveId" clId="{D21546CB-559E-4FE2-BF73-5C2D301A0699}" dt="2025-07-31T20:56:12.606" v="1558" actId="1076"/>
          <ac:spMkLst>
            <pc:docMk/>
            <pc:sldMk cId="2875139116" sldId="2146847064"/>
            <ac:spMk id="2" creationId="{DA236B0D-E160-127D-C382-5AF9D2E16B6C}"/>
          </ac:spMkLst>
        </pc:spChg>
        <pc:spChg chg="add">
          <ac:chgData name="Vrishabh Jawa" userId="a781803dc0660965" providerId="LiveId" clId="{D21546CB-559E-4FE2-BF73-5C2D301A0699}" dt="2025-07-31T20:43:01.454" v="1416"/>
          <ac:spMkLst>
            <pc:docMk/>
            <pc:sldMk cId="2875139116" sldId="2146847064"/>
            <ac:spMk id="3" creationId="{312921B7-CA1F-055B-56D5-488699EF6DE8}"/>
          </ac:spMkLst>
        </pc:spChg>
        <pc:spChg chg="add">
          <ac:chgData name="Vrishabh Jawa" userId="a781803dc0660965" providerId="LiveId" clId="{D21546CB-559E-4FE2-BF73-5C2D301A0699}" dt="2025-07-31T20:43:04.650" v="1420"/>
          <ac:spMkLst>
            <pc:docMk/>
            <pc:sldMk cId="2875139116" sldId="2146847064"/>
            <ac:spMk id="4" creationId="{F780F321-D225-5938-C8F9-5A82E54F2093}"/>
          </ac:spMkLst>
        </pc:spChg>
        <pc:spChg chg="add">
          <ac:chgData name="Vrishabh Jawa" userId="a781803dc0660965" providerId="LiveId" clId="{D21546CB-559E-4FE2-BF73-5C2D301A0699}" dt="2025-07-31T20:43:17.626" v="1424"/>
          <ac:spMkLst>
            <pc:docMk/>
            <pc:sldMk cId="2875139116" sldId="2146847064"/>
            <ac:spMk id="6" creationId="{B8ECD873-369B-D069-0350-8588D7C37F28}"/>
          </ac:spMkLst>
        </pc:spChg>
        <pc:spChg chg="add del mod">
          <ac:chgData name="Vrishabh Jawa" userId="a781803dc0660965" providerId="LiveId" clId="{D21546CB-559E-4FE2-BF73-5C2D301A0699}" dt="2025-07-31T20:47:31.494" v="1487" actId="478"/>
          <ac:spMkLst>
            <pc:docMk/>
            <pc:sldMk cId="2875139116" sldId="2146847064"/>
            <ac:spMk id="7" creationId="{405EF1C0-75BA-2D0E-EAC2-2BA4C3016FB9}"/>
          </ac:spMkLst>
        </pc:spChg>
        <pc:spChg chg="add del mod">
          <ac:chgData name="Vrishabh Jawa" userId="a781803dc0660965" providerId="LiveId" clId="{D21546CB-559E-4FE2-BF73-5C2D301A0699}" dt="2025-07-31T20:46:17.171" v="1458"/>
          <ac:spMkLst>
            <pc:docMk/>
            <pc:sldMk cId="2875139116" sldId="2146847064"/>
            <ac:spMk id="8" creationId="{B445C8F8-F412-6CB9-2710-5C5AF4C25433}"/>
          </ac:spMkLst>
        </pc:spChg>
      </pc:sldChg>
      <pc:sldChg chg="addSp delSp modSp add del mod">
        <pc:chgData name="Vrishabh Jawa" userId="a781803dc0660965" providerId="LiveId" clId="{D21546CB-559E-4FE2-BF73-5C2D301A0699}" dt="2025-07-31T21:16:18.842" v="1698" actId="47"/>
        <pc:sldMkLst>
          <pc:docMk/>
          <pc:sldMk cId="1051017342" sldId="2146847065"/>
        </pc:sldMkLst>
        <pc:picChg chg="add del mod">
          <ac:chgData name="Vrishabh Jawa" userId="a781803dc0660965" providerId="LiveId" clId="{D21546CB-559E-4FE2-BF73-5C2D301A0699}" dt="2025-07-31T21:15:58.710" v="1691" actId="21"/>
          <ac:picMkLst>
            <pc:docMk/>
            <pc:sldMk cId="1051017342" sldId="2146847065"/>
            <ac:picMk id="9" creationId="{860E4A7D-3A51-5BB5-71A8-D0ACBB0E70F3}"/>
          </ac:picMkLst>
        </pc:picChg>
      </pc:sldChg>
      <pc:sldChg chg="addSp delSp modSp add del mod">
        <pc:chgData name="Vrishabh Jawa" userId="a781803dc0660965" providerId="LiveId" clId="{D21546CB-559E-4FE2-BF73-5C2D301A0699}" dt="2025-07-31T21:16:50.730" v="1728" actId="47"/>
        <pc:sldMkLst>
          <pc:docMk/>
          <pc:sldMk cId="2537063743" sldId="2146847066"/>
        </pc:sldMkLst>
        <pc:picChg chg="add del mod">
          <ac:chgData name="Vrishabh Jawa" userId="a781803dc0660965" providerId="LiveId" clId="{D21546CB-559E-4FE2-BF73-5C2D301A0699}" dt="2025-07-31T21:16:28.347" v="1701" actId="21"/>
          <ac:picMkLst>
            <pc:docMk/>
            <pc:sldMk cId="2537063743" sldId="2146847066"/>
            <ac:picMk id="3" creationId="{A2C77553-163B-B7D6-1CF9-1D5E7E213851}"/>
          </ac:picMkLst>
        </pc:picChg>
      </pc:sldChg>
      <pc:sldChg chg="addSp delSp modSp add del mod">
        <pc:chgData name="Vrishabh Jawa" userId="a781803dc0660965" providerId="LiveId" clId="{D21546CB-559E-4FE2-BF73-5C2D301A0699}" dt="2025-07-31T21:16:54.609" v="1730" actId="47"/>
        <pc:sldMkLst>
          <pc:docMk/>
          <pc:sldMk cId="2980983032" sldId="2146847067"/>
        </pc:sldMkLst>
        <pc:picChg chg="add del mod">
          <ac:chgData name="Vrishabh Jawa" userId="a781803dc0660965" providerId="LiveId" clId="{D21546CB-559E-4FE2-BF73-5C2D301A0699}" dt="2025-07-31T21:16:52.973" v="1729" actId="21"/>
          <ac:picMkLst>
            <pc:docMk/>
            <pc:sldMk cId="2980983032" sldId="2146847067"/>
            <ac:picMk id="3" creationId="{266CF31A-EA1B-C71E-0300-76045B61ADE6}"/>
          </ac:picMkLst>
        </pc:picChg>
      </pc:sldChg>
      <pc:sldChg chg="addSp delSp modSp add mod">
        <pc:chgData name="Vrishabh Jawa" userId="a781803dc0660965" providerId="LiveId" clId="{D21546CB-559E-4FE2-BF73-5C2D301A0699}" dt="2025-07-31T21:26:19.005" v="1830" actId="208"/>
        <pc:sldMkLst>
          <pc:docMk/>
          <pc:sldMk cId="4166256962" sldId="2146847068"/>
        </pc:sldMkLst>
        <pc:spChg chg="mod">
          <ac:chgData name="Vrishabh Jawa" userId="a781803dc0660965" providerId="LiveId" clId="{D21546CB-559E-4FE2-BF73-5C2D301A0699}" dt="2025-07-31T21:21:58.281" v="1806" actId="20577"/>
          <ac:spMkLst>
            <pc:docMk/>
            <pc:sldMk cId="4166256962" sldId="2146847068"/>
            <ac:spMk id="15" creationId="{9B4D5107-F905-062C-78C2-A1A1157322C4}"/>
          </ac:spMkLst>
        </pc:spChg>
        <pc:picChg chg="add mod">
          <ac:chgData name="Vrishabh Jawa" userId="a781803dc0660965" providerId="LiveId" clId="{D21546CB-559E-4FE2-BF73-5C2D301A0699}" dt="2025-07-31T21:26:19.005" v="1830" actId="208"/>
          <ac:picMkLst>
            <pc:docMk/>
            <pc:sldMk cId="4166256962" sldId="2146847068"/>
            <ac:picMk id="9" creationId="{860E4A7D-3A51-5BB5-71A8-D0ACBB0E70F3}"/>
          </ac:picMkLst>
        </pc:picChg>
        <pc:picChg chg="del">
          <ac:chgData name="Vrishabh Jawa" userId="a781803dc0660965" providerId="LiveId" clId="{D21546CB-559E-4FE2-BF73-5C2D301A0699}" dt="2025-07-31T21:16:01.656" v="1692" actId="478"/>
          <ac:picMkLst>
            <pc:docMk/>
            <pc:sldMk cId="4166256962" sldId="2146847068"/>
            <ac:picMk id="11" creationId="{9616033A-8715-515B-7ED0-63E65743F79D}"/>
          </ac:picMkLst>
        </pc:picChg>
        <pc:picChg chg="del">
          <ac:chgData name="Vrishabh Jawa" userId="a781803dc0660965" providerId="LiveId" clId="{D21546CB-559E-4FE2-BF73-5C2D301A0699}" dt="2025-07-31T21:16:03.597" v="1693" actId="478"/>
          <ac:picMkLst>
            <pc:docMk/>
            <pc:sldMk cId="4166256962" sldId="2146847068"/>
            <ac:picMk id="16" creationId="{058F8462-9F49-0AF1-5C16-63236205F49F}"/>
          </ac:picMkLst>
        </pc:picChg>
      </pc:sldChg>
      <pc:sldChg chg="addSp delSp modSp add mod">
        <pc:chgData name="Vrishabh Jawa" userId="a781803dc0660965" providerId="LiveId" clId="{D21546CB-559E-4FE2-BF73-5C2D301A0699}" dt="2025-07-31T21:26:22.029" v="1831" actId="208"/>
        <pc:sldMkLst>
          <pc:docMk/>
          <pc:sldMk cId="727834094" sldId="2146847069"/>
        </pc:sldMkLst>
        <pc:spChg chg="mod">
          <ac:chgData name="Vrishabh Jawa" userId="a781803dc0660965" providerId="LiveId" clId="{D21546CB-559E-4FE2-BF73-5C2D301A0699}" dt="2025-07-31T21:22:15.041" v="1814" actId="20577"/>
          <ac:spMkLst>
            <pc:docMk/>
            <pc:sldMk cId="727834094" sldId="2146847069"/>
            <ac:spMk id="15" creationId="{F1BE61D2-38EE-3E5E-CE23-98FBBCA92D1C}"/>
          </ac:spMkLst>
        </pc:spChg>
        <pc:picChg chg="add mod">
          <ac:chgData name="Vrishabh Jawa" userId="a781803dc0660965" providerId="LiveId" clId="{D21546CB-559E-4FE2-BF73-5C2D301A0699}" dt="2025-07-31T21:26:22.029" v="1831" actId="208"/>
          <ac:picMkLst>
            <pc:docMk/>
            <pc:sldMk cId="727834094" sldId="2146847069"/>
            <ac:picMk id="3" creationId="{A2C77553-163B-B7D6-1CF9-1D5E7E213851}"/>
          </ac:picMkLst>
        </pc:picChg>
        <pc:picChg chg="del">
          <ac:chgData name="Vrishabh Jawa" userId="a781803dc0660965" providerId="LiveId" clId="{D21546CB-559E-4FE2-BF73-5C2D301A0699}" dt="2025-07-31T21:16:30.851" v="1702" actId="478"/>
          <ac:picMkLst>
            <pc:docMk/>
            <pc:sldMk cId="727834094" sldId="2146847069"/>
            <ac:picMk id="11" creationId="{F5E1FE90-C2B4-6FEA-B417-FACAE6983371}"/>
          </ac:picMkLst>
        </pc:picChg>
        <pc:picChg chg="del">
          <ac:chgData name="Vrishabh Jawa" userId="a781803dc0660965" providerId="LiveId" clId="{D21546CB-559E-4FE2-BF73-5C2D301A0699}" dt="2025-07-31T21:16:31.387" v="1703" actId="478"/>
          <ac:picMkLst>
            <pc:docMk/>
            <pc:sldMk cId="727834094" sldId="2146847069"/>
            <ac:picMk id="16" creationId="{3A121FA6-7B0B-586E-C22A-CC679740E1B4}"/>
          </ac:picMkLst>
        </pc:picChg>
      </pc:sldChg>
      <pc:sldChg chg="addSp delSp modSp add mod">
        <pc:chgData name="Vrishabh Jawa" userId="a781803dc0660965" providerId="LiveId" clId="{D21546CB-559E-4FE2-BF73-5C2D301A0699}" dt="2025-07-31T21:26:24.445" v="1832" actId="208"/>
        <pc:sldMkLst>
          <pc:docMk/>
          <pc:sldMk cId="1355320617" sldId="2146847070"/>
        </pc:sldMkLst>
        <pc:spChg chg="mod">
          <ac:chgData name="Vrishabh Jawa" userId="a781803dc0660965" providerId="LiveId" clId="{D21546CB-559E-4FE2-BF73-5C2D301A0699}" dt="2025-07-31T21:22:33.354" v="1827" actId="20577"/>
          <ac:spMkLst>
            <pc:docMk/>
            <pc:sldMk cId="1355320617" sldId="2146847070"/>
            <ac:spMk id="15" creationId="{B8940EA3-5C63-084B-6556-E126AF83148F}"/>
          </ac:spMkLst>
        </pc:spChg>
        <pc:picChg chg="add mod">
          <ac:chgData name="Vrishabh Jawa" userId="a781803dc0660965" providerId="LiveId" clId="{D21546CB-559E-4FE2-BF73-5C2D301A0699}" dt="2025-07-31T21:26:24.445" v="1832" actId="208"/>
          <ac:picMkLst>
            <pc:docMk/>
            <pc:sldMk cId="1355320617" sldId="2146847070"/>
            <ac:picMk id="3" creationId="{266CF31A-EA1B-C71E-0300-76045B61ADE6}"/>
          </ac:picMkLst>
        </pc:picChg>
        <pc:picChg chg="del">
          <ac:chgData name="Vrishabh Jawa" userId="a781803dc0660965" providerId="LiveId" clId="{D21546CB-559E-4FE2-BF73-5C2D301A0699}" dt="2025-07-31T21:16:59.462" v="1733" actId="478"/>
          <ac:picMkLst>
            <pc:docMk/>
            <pc:sldMk cId="1355320617" sldId="2146847070"/>
            <ac:picMk id="11" creationId="{CEDC0424-5E11-CE1C-24FC-47692E1F6D1E}"/>
          </ac:picMkLst>
        </pc:picChg>
        <pc:picChg chg="del">
          <ac:chgData name="Vrishabh Jawa" userId="a781803dc0660965" providerId="LiveId" clId="{D21546CB-559E-4FE2-BF73-5C2D301A0699}" dt="2025-07-31T21:16:58.571" v="1732" actId="478"/>
          <ac:picMkLst>
            <pc:docMk/>
            <pc:sldMk cId="1355320617" sldId="2146847070"/>
            <ac:picMk id="16" creationId="{C8DA09E5-9761-205D-7833-B4E64DBF5CD1}"/>
          </ac:picMkLst>
        </pc:picChg>
      </pc:sldChg>
      <pc:sldChg chg="addSp delSp modSp add mod ord">
        <pc:chgData name="Vrishabh Jawa" userId="a781803dc0660965" providerId="LiveId" clId="{D21546CB-559E-4FE2-BF73-5C2D301A0699}" dt="2025-07-31T21:51:58.306" v="2045" actId="14100"/>
        <pc:sldMkLst>
          <pc:docMk/>
          <pc:sldMk cId="3089071908" sldId="2146847071"/>
        </pc:sldMkLst>
        <pc:spChg chg="mod">
          <ac:chgData name="Vrishabh Jawa" userId="a781803dc0660965" providerId="LiveId" clId="{D21546CB-559E-4FE2-BF73-5C2D301A0699}" dt="2025-07-31T21:49:58.394" v="2029"/>
          <ac:spMkLst>
            <pc:docMk/>
            <pc:sldMk cId="3089071908" sldId="2146847071"/>
            <ac:spMk id="5" creationId="{468C82F8-0466-3B15-D958-1D1C0B42D1E3}"/>
          </ac:spMkLst>
        </pc:spChg>
        <pc:spChg chg="mod">
          <ac:chgData name="Vrishabh Jawa" userId="a781803dc0660965" providerId="LiveId" clId="{D21546CB-559E-4FE2-BF73-5C2D301A0699}" dt="2025-07-31T21:50:35.419" v="2036" actId="20577"/>
          <ac:spMkLst>
            <pc:docMk/>
            <pc:sldMk cId="3089071908" sldId="2146847071"/>
            <ac:spMk id="15" creationId="{3FCBB523-D909-ED0F-2576-4FDCC7219154}"/>
          </ac:spMkLst>
        </pc:spChg>
        <pc:picChg chg="del">
          <ac:chgData name="Vrishabh Jawa" userId="a781803dc0660965" providerId="LiveId" clId="{D21546CB-559E-4FE2-BF73-5C2D301A0699}" dt="2025-07-31T21:51:16.754" v="2038" actId="478"/>
          <ac:picMkLst>
            <pc:docMk/>
            <pc:sldMk cId="3089071908" sldId="2146847071"/>
            <ac:picMk id="3" creationId="{2DC962D2-F7DD-7B61-E571-EF5FA66BA760}"/>
          </ac:picMkLst>
        </pc:picChg>
        <pc:picChg chg="add mod">
          <ac:chgData name="Vrishabh Jawa" userId="a781803dc0660965" providerId="LiveId" clId="{D21546CB-559E-4FE2-BF73-5C2D301A0699}" dt="2025-07-31T21:51:58.306" v="2045" actId="14100"/>
          <ac:picMkLst>
            <pc:docMk/>
            <pc:sldMk cId="3089071908" sldId="2146847071"/>
            <ac:picMk id="4" creationId="{6E1B9B77-C298-391B-F8AD-5D94040EC1C1}"/>
          </ac:picMkLst>
        </pc:picChg>
      </pc:sldChg>
      <pc:sldChg chg="addSp delSp modSp add mod ord">
        <pc:chgData name="Vrishabh Jawa" userId="a781803dc0660965" providerId="LiveId" clId="{D21546CB-559E-4FE2-BF73-5C2D301A0699}" dt="2025-07-31T21:53:32.005" v="2066" actId="1036"/>
        <pc:sldMkLst>
          <pc:docMk/>
          <pc:sldMk cId="1052192359" sldId="2146847072"/>
        </pc:sldMkLst>
        <pc:spChg chg="mod">
          <ac:chgData name="Vrishabh Jawa" userId="a781803dc0660965" providerId="LiveId" clId="{D21546CB-559E-4FE2-BF73-5C2D301A0699}" dt="2025-07-31T21:50:02.055" v="2030"/>
          <ac:spMkLst>
            <pc:docMk/>
            <pc:sldMk cId="1052192359" sldId="2146847072"/>
            <ac:spMk id="5" creationId="{8C839AFF-EC7B-FDF9-CCB1-DE9C5C1E94A4}"/>
          </ac:spMkLst>
        </pc:spChg>
        <pc:spChg chg="mod">
          <ac:chgData name="Vrishabh Jawa" userId="a781803dc0660965" providerId="LiveId" clId="{D21546CB-559E-4FE2-BF73-5C2D301A0699}" dt="2025-07-31T21:52:37.035" v="2053" actId="113"/>
          <ac:spMkLst>
            <pc:docMk/>
            <pc:sldMk cId="1052192359" sldId="2146847072"/>
            <ac:spMk id="15" creationId="{79AEF539-A56A-CF3B-0F38-8C5D91F30F77}"/>
          </ac:spMkLst>
        </pc:spChg>
        <pc:picChg chg="del">
          <ac:chgData name="Vrishabh Jawa" userId="a781803dc0660965" providerId="LiveId" clId="{D21546CB-559E-4FE2-BF73-5C2D301A0699}" dt="2025-07-31T21:52:40.616" v="2054" actId="478"/>
          <ac:picMkLst>
            <pc:docMk/>
            <pc:sldMk cId="1052192359" sldId="2146847072"/>
            <ac:picMk id="3" creationId="{FE0190A7-5187-3918-71D6-8CCFC30F1AF7}"/>
          </ac:picMkLst>
        </pc:picChg>
        <pc:picChg chg="add mod">
          <ac:chgData name="Vrishabh Jawa" userId="a781803dc0660965" providerId="LiveId" clId="{D21546CB-559E-4FE2-BF73-5C2D301A0699}" dt="2025-07-31T21:53:32.005" v="2066" actId="1036"/>
          <ac:picMkLst>
            <pc:docMk/>
            <pc:sldMk cId="1052192359" sldId="2146847072"/>
            <ac:picMk id="4" creationId="{455AD8D5-70E0-5898-53B5-F0ED0A688F42}"/>
          </ac:picMkLst>
        </pc:picChg>
      </pc:sldChg>
      <pc:sldChg chg="addSp delSp modSp add mod ord">
        <pc:chgData name="Vrishabh Jawa" userId="a781803dc0660965" providerId="LiveId" clId="{D21546CB-559E-4FE2-BF73-5C2D301A0699}" dt="2025-07-31T21:54:56.750" v="2079" actId="1076"/>
        <pc:sldMkLst>
          <pc:docMk/>
          <pc:sldMk cId="1144807004" sldId="2146847073"/>
        </pc:sldMkLst>
        <pc:spChg chg="mod">
          <ac:chgData name="Vrishabh Jawa" userId="a781803dc0660965" providerId="LiveId" clId="{D21546CB-559E-4FE2-BF73-5C2D301A0699}" dt="2025-07-31T21:50:04.378" v="2031"/>
          <ac:spMkLst>
            <pc:docMk/>
            <pc:sldMk cId="1144807004" sldId="2146847073"/>
            <ac:spMk id="5" creationId="{D1D344AE-44F4-7D5F-ACCB-9F6B03629E9A}"/>
          </ac:spMkLst>
        </pc:spChg>
        <pc:spChg chg="mod">
          <ac:chgData name="Vrishabh Jawa" userId="a781803dc0660965" providerId="LiveId" clId="{D21546CB-559E-4FE2-BF73-5C2D301A0699}" dt="2025-07-31T21:54:03.037" v="2071" actId="113"/>
          <ac:spMkLst>
            <pc:docMk/>
            <pc:sldMk cId="1144807004" sldId="2146847073"/>
            <ac:spMk id="15" creationId="{E688347B-3582-63EA-CDDE-6B3E6C88E25C}"/>
          </ac:spMkLst>
        </pc:spChg>
        <pc:picChg chg="del">
          <ac:chgData name="Vrishabh Jawa" userId="a781803dc0660965" providerId="LiveId" clId="{D21546CB-559E-4FE2-BF73-5C2D301A0699}" dt="2025-07-31T21:54:04.732" v="2072" actId="478"/>
          <ac:picMkLst>
            <pc:docMk/>
            <pc:sldMk cId="1144807004" sldId="2146847073"/>
            <ac:picMk id="3" creationId="{C94C73BE-761F-4A58-20D1-96139EED3880}"/>
          </ac:picMkLst>
        </pc:picChg>
        <pc:picChg chg="add mod">
          <ac:chgData name="Vrishabh Jawa" userId="a781803dc0660965" providerId="LiveId" clId="{D21546CB-559E-4FE2-BF73-5C2D301A0699}" dt="2025-07-31T21:54:56.750" v="2079" actId="1076"/>
          <ac:picMkLst>
            <pc:docMk/>
            <pc:sldMk cId="1144807004" sldId="2146847073"/>
            <ac:picMk id="4" creationId="{CA94B810-37BF-D37A-0A01-663D1A0899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8/1/2025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8/1/2025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8/1/2025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8/1/2025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8/1/2025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8/1/2025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8/1/2025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8/1/2025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 y="1916885"/>
            <a:ext cx="12191999" cy="977778"/>
          </a:xfrm>
        </p:spPr>
        <p:txBody>
          <a:bodyPr>
            <a:noAutofit/>
          </a:bodyPr>
          <a:lstStyle/>
          <a:p>
            <a:pPr algn="ctr"/>
            <a:r>
              <a:rPr lang="en-US" sz="3500" dirty="0">
                <a:solidFill>
                  <a:schemeClr val="accent1">
                    <a:lumMod val="60000"/>
                    <a:lumOff val="40000"/>
                  </a:schemeClr>
                </a:solidFill>
              </a:rPr>
              <a:t>Problem statement 35 - Intelligent Classification of Rural Infrastructure Projects</a:t>
            </a:r>
            <a:endParaRPr lang="en-US" sz="3500" b="1"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3" name="TextBox 2"/>
          <p:cNvSpPr txBox="1"/>
          <p:nvPr/>
        </p:nvSpPr>
        <p:spPr>
          <a:xfrm>
            <a:off x="-2" y="539021"/>
            <a:ext cx="12192000" cy="861774"/>
          </a:xfrm>
          <a:prstGeom prst="rect">
            <a:avLst/>
          </a:prstGeom>
          <a:noFill/>
        </p:spPr>
        <p:txBody>
          <a:bodyPr wrap="square" lIns="91440" tIns="45720" rIns="91440" bIns="45720" rtlCol="0" anchor="t">
            <a:spAutoFit/>
          </a:bodyPr>
          <a:lstStyle/>
          <a:p>
            <a:pPr algn="ctr"/>
            <a:r>
              <a:rPr lang="en-US" sz="5000" b="1" u="sng" dirty="0">
                <a:solidFill>
                  <a:schemeClr val="accent1">
                    <a:lumMod val="50000"/>
                  </a:schemeClr>
                </a:solidFill>
                <a:latin typeface="Arial"/>
                <a:cs typeface="Arial"/>
              </a:rPr>
              <a:t>CAPSTONE</a:t>
            </a:r>
            <a:r>
              <a:rPr lang="en-US" sz="5000" b="1" dirty="0">
                <a:solidFill>
                  <a:schemeClr val="accent1">
                    <a:lumMod val="50000"/>
                  </a:schemeClr>
                </a:solidFill>
                <a:latin typeface="Arial"/>
                <a:cs typeface="Arial"/>
              </a:rPr>
              <a:t> </a:t>
            </a:r>
            <a:r>
              <a:rPr lang="en-US" sz="5000" b="1" u="sng" dirty="0">
                <a:solidFill>
                  <a:schemeClr val="accent1">
                    <a:lumMod val="50000"/>
                  </a:schemeClr>
                </a:solidFill>
                <a:latin typeface="Arial"/>
                <a:cs typeface="Arial"/>
              </a:rPr>
              <a:t>PROJECT</a:t>
            </a:r>
          </a:p>
        </p:txBody>
      </p:sp>
      <p:sp>
        <p:nvSpPr>
          <p:cNvPr id="4" name="TextBox 3"/>
          <p:cNvSpPr txBox="1"/>
          <p:nvPr/>
        </p:nvSpPr>
        <p:spPr>
          <a:xfrm>
            <a:off x="1647825" y="4329190"/>
            <a:ext cx="9982199" cy="861774"/>
          </a:xfrm>
          <a:prstGeom prst="rect">
            <a:avLst/>
          </a:prstGeom>
          <a:noFill/>
        </p:spPr>
        <p:txBody>
          <a:bodyPr wrap="square" lIns="91440" tIns="45720" rIns="91440" bIns="45720" rtlCol="0" anchor="t">
            <a:spAutoFit/>
          </a:bodyPr>
          <a:lstStyle/>
          <a:p>
            <a:r>
              <a:rPr lang="en-US" sz="2500" b="1" dirty="0">
                <a:solidFill>
                  <a:schemeClr val="accent1">
                    <a:lumMod val="75000"/>
                  </a:schemeClr>
                </a:solidFill>
                <a:latin typeface="Arial" pitchFamily="34" charset="0"/>
                <a:cs typeface="Arial" pitchFamily="34" charset="0"/>
              </a:rPr>
              <a:t>Presented By:</a:t>
            </a:r>
          </a:p>
          <a:p>
            <a:r>
              <a:rPr lang="en-US" sz="2500" b="1" dirty="0">
                <a:solidFill>
                  <a:schemeClr val="accent1">
                    <a:lumMod val="75000"/>
                  </a:schemeClr>
                </a:solidFill>
                <a:latin typeface="Arial"/>
                <a:cs typeface="Arial"/>
              </a:rPr>
              <a:t>Vrishabh Jawa  -  </a:t>
            </a:r>
            <a:r>
              <a:rPr lang="en-US" sz="2500" b="1" dirty="0" err="1">
                <a:solidFill>
                  <a:schemeClr val="accent1">
                    <a:lumMod val="75000"/>
                  </a:schemeClr>
                </a:solidFill>
                <a:latin typeface="Arial"/>
                <a:cs typeface="Arial"/>
              </a:rPr>
              <a:t>Galgotias</a:t>
            </a:r>
            <a:r>
              <a:rPr lang="en-US" sz="2500" b="1" dirty="0">
                <a:solidFill>
                  <a:schemeClr val="accent1">
                    <a:lumMod val="75000"/>
                  </a:schemeClr>
                </a:solidFill>
                <a:latin typeface="Arial"/>
                <a:cs typeface="Arial"/>
              </a:rPr>
              <a:t> University  -  CSE (Data Science)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906723" y="1057275"/>
            <a:ext cx="2531802" cy="712456"/>
          </a:xfrm>
        </p:spPr>
        <p:txBody>
          <a:bodyPr>
            <a:normAutofit/>
          </a:bodyPr>
          <a:lstStyle/>
          <a:p>
            <a:r>
              <a:rPr lang="en-US" sz="4000" b="1" dirty="0">
                <a:solidFill>
                  <a:schemeClr val="accent1"/>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76088"/>
            <a:ext cx="8153400" cy="47437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dirty="0">
                <a:latin typeface="Arial"/>
                <a:ea typeface="+mn-lt"/>
                <a:cs typeface="Arial"/>
              </a:rPr>
              <a:t>Problem Statement </a:t>
            </a:r>
          </a:p>
          <a:p>
            <a:pPr marL="305435" indent="-305435"/>
            <a:r>
              <a:rPr lang="en-US" sz="2000" dirty="0">
                <a:latin typeface="Arial"/>
                <a:ea typeface="+mn-lt"/>
                <a:cs typeface="Arial"/>
              </a:rPr>
              <a:t>Proposed System/Solution</a:t>
            </a:r>
            <a:endParaRPr lang="en-US" dirty="0">
              <a:latin typeface="Arial"/>
              <a:cs typeface="Arial"/>
            </a:endParaRPr>
          </a:p>
          <a:p>
            <a:pPr marL="305435" indent="-305435"/>
            <a:r>
              <a:rPr lang="en-US" sz="2000" dirty="0">
                <a:latin typeface="Arial"/>
                <a:ea typeface="+mn-lt"/>
                <a:cs typeface="Calibri"/>
              </a:rPr>
              <a:t>System </a:t>
            </a:r>
            <a:r>
              <a:rPr lang="en-US" sz="2000" dirty="0">
                <a:latin typeface="Arial"/>
                <a:ea typeface="+mn-lt"/>
                <a:cs typeface="+mn-lt"/>
              </a:rPr>
              <a:t>Development Approach (Technology Used) </a:t>
            </a:r>
            <a:endParaRPr lang="en-US" dirty="0">
              <a:latin typeface="Arial"/>
              <a:ea typeface="+mn-lt"/>
              <a:cs typeface="+mn-lt"/>
            </a:endParaRPr>
          </a:p>
          <a:p>
            <a:pPr marL="305435" indent="-305435"/>
            <a:r>
              <a:rPr lang="en-US" sz="2000" dirty="0">
                <a:latin typeface="Arial"/>
                <a:ea typeface="+mn-lt"/>
                <a:cs typeface="+mn-lt"/>
              </a:rPr>
              <a:t>Algorithm &amp; Deployment  </a:t>
            </a:r>
            <a:endParaRPr lang="en-US" dirty="0">
              <a:latin typeface="Arial"/>
              <a:cs typeface="Calibri"/>
            </a:endParaRPr>
          </a:p>
          <a:p>
            <a:pPr marL="305435" indent="-305435"/>
            <a:r>
              <a:rPr lang="en-US" sz="2000" dirty="0">
                <a:latin typeface="Arial"/>
                <a:ea typeface="+mn-lt"/>
                <a:cs typeface="Arial"/>
              </a:rPr>
              <a:t>Result (Output Image)</a:t>
            </a:r>
          </a:p>
          <a:p>
            <a:pPr marL="305435" indent="-305435"/>
            <a:r>
              <a:rPr lang="en-US" sz="2000" dirty="0">
                <a:latin typeface="Arial"/>
                <a:ea typeface="+mn-lt"/>
                <a:cs typeface="Arial"/>
              </a:rPr>
              <a:t>Conclusion</a:t>
            </a:r>
            <a:endParaRPr lang="en-US" dirty="0">
              <a:latin typeface="Arial"/>
              <a:cs typeface="Arial"/>
            </a:endParaRPr>
          </a:p>
          <a:p>
            <a:pPr marL="305435" indent="-305435"/>
            <a:r>
              <a:rPr lang="en-US" sz="2000" dirty="0">
                <a:latin typeface="Arial"/>
                <a:ea typeface="+mn-lt"/>
                <a:cs typeface="Arial"/>
              </a:rPr>
              <a:t>Future Scope</a:t>
            </a:r>
          </a:p>
          <a:p>
            <a:pPr marL="305435" indent="-305435"/>
            <a:r>
              <a:rPr lang="en-US" sz="2000"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058209"/>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solidFill>
                <a:schemeClr val="accent1"/>
              </a:solidFill>
            </a:endParaRPr>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581192" y="1704357"/>
            <a:ext cx="11029616" cy="4673324"/>
          </a:xfrm>
        </p:spPr>
        <p:txBody>
          <a:bodyPr>
            <a:normAutofit fontScale="775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The Pradhan Mantri Gram Sadak Yojana (PMGSY) is a flagship rural development program in India, initiated to provide all-weather road connectivity to eligible unconnected habitations. Over the years, the program has evolved through different phases or schemes (PMGSY-I, PMGSY-II, RCPLWEA, etc.), each with potentially distinct objectives, funding mechanisms, and project specifications. For government bodies, infrastructure planners, and policy analysts, efficiently categorizing thousands of ongoing and completed projects is crucial for effective monitoring, transparent budget allocation, and assessing the long-term impact of these schemes. Manual classification is time-consuming, prone to errors, and scales poorly. Your specific task is to design, build, and evaluate a machine learning model that can automatically classify a road or bridge construction project into its correct PMGSY_SCHEME based on its physical and financial characteristics.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685967" y="768831"/>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581192" y="1801368"/>
            <a:ext cx="11029616" cy="5056632"/>
          </a:xfrm>
        </p:spPr>
        <p:txBody>
          <a:bodyPr vert="horz" lIns="91440" tIns="45720" rIns="91440" bIns="45720" rtlCol="0" anchor="ctr">
            <a:noAutofit/>
          </a:bodyPr>
          <a:lstStyle/>
          <a:p>
            <a:r>
              <a:rPr lang="en-US" dirty="0">
                <a:latin typeface="Times New Roman" panose="02020603050405020304" pitchFamily="18" charset="0"/>
                <a:cs typeface="Times New Roman" panose="02020603050405020304" pitchFamily="18" charset="0"/>
              </a:rPr>
              <a:t>The proposed system aims to address the challenge of classifying rural infrastructure projects under schemes like PMGSY-I, PMGSY-II, and RCPLWE. This classification assists in project tracking, reporting, and informed decision-making. The solution is composed of the following components:</a:t>
            </a:r>
          </a:p>
          <a:p>
            <a:r>
              <a:rPr lang="en-US" b="1" dirty="0">
                <a:latin typeface="Times New Roman" panose="02020603050405020304" pitchFamily="18" charset="0"/>
                <a:cs typeface="Times New Roman" panose="02020603050405020304" pitchFamily="18" charset="0"/>
              </a:rPr>
              <a:t>Data Collection: </a:t>
            </a:r>
            <a:r>
              <a:rPr lang="en-US" dirty="0">
                <a:latin typeface="Times New Roman" panose="02020603050405020304" pitchFamily="18" charset="0"/>
                <a:cs typeface="Times New Roman" panose="02020603050405020304" pitchFamily="18" charset="0"/>
              </a:rPr>
              <a:t>Project data was collected in CSV format from </a:t>
            </a:r>
            <a:r>
              <a:rPr lang="en-IN" dirty="0">
                <a:latin typeface="Times New Roman" panose="02020603050405020304" pitchFamily="18" charset="0"/>
                <a:cs typeface="Times New Roman" panose="02020603050405020304" pitchFamily="18" charset="0"/>
              </a:rPr>
              <a:t>AI Kosh</a:t>
            </a:r>
            <a:r>
              <a:rPr lang="en-US" dirty="0">
                <a:latin typeface="Times New Roman" panose="02020603050405020304" pitchFamily="18" charset="0"/>
                <a:cs typeface="Times New Roman" panose="02020603050405020304" pitchFamily="18" charset="0"/>
              </a:rPr>
              <a:t> and uploaded to IBM Cloud Object Storage, which integrates with Watsonx.ai Studio for analysis and model building. </a:t>
            </a:r>
          </a:p>
          <a:p>
            <a:r>
              <a:rPr lang="en-US" b="1" dirty="0">
                <a:latin typeface="Times New Roman" panose="02020603050405020304" pitchFamily="18" charset="0"/>
                <a:cs typeface="Times New Roman" panose="02020603050405020304" pitchFamily="18" charset="0"/>
              </a:rPr>
              <a:t>Data Preprocessing: </a:t>
            </a:r>
            <a:r>
              <a:rPr lang="en-US" dirty="0">
                <a:latin typeface="Times New Roman" panose="02020603050405020304" pitchFamily="18" charset="0"/>
                <a:cs typeface="Times New Roman" panose="02020603050405020304" pitchFamily="18" charset="0"/>
              </a:rPr>
              <a:t>Data cleaning, transformation, and feature engineering were done using IBM Watsonx.ai Studio Notebooks (Python). Tasks included handling missing values, encoding categorical variables, and preparing the dataset for machine learning. </a:t>
            </a:r>
          </a:p>
          <a:p>
            <a:r>
              <a:rPr lang="en-US" b="1" dirty="0">
                <a:latin typeface="Times New Roman" panose="02020603050405020304" pitchFamily="18" charset="0"/>
                <a:cs typeface="Times New Roman" panose="02020603050405020304" pitchFamily="18" charset="0"/>
              </a:rPr>
              <a:t>Machine Learning Algorithm: </a:t>
            </a:r>
            <a:r>
              <a:rPr lang="en-US" dirty="0">
                <a:latin typeface="Times New Roman" panose="02020603050405020304" pitchFamily="18" charset="0"/>
                <a:cs typeface="Times New Roman" panose="02020603050405020304" pitchFamily="18" charset="0"/>
              </a:rPr>
              <a:t>IBM Watson </a:t>
            </a:r>
            <a:r>
              <a:rPr lang="en-US" dirty="0" err="1">
                <a:latin typeface="Times New Roman" panose="02020603050405020304" pitchFamily="18" charset="0"/>
                <a:cs typeface="Times New Roman" panose="02020603050405020304" pitchFamily="18" charset="0"/>
              </a:rPr>
              <a:t>AutoAI</a:t>
            </a:r>
            <a:r>
              <a:rPr lang="en-US" dirty="0">
                <a:latin typeface="Times New Roman" panose="02020603050405020304" pitchFamily="18" charset="0"/>
                <a:cs typeface="Times New Roman" panose="02020603050405020304" pitchFamily="18" charset="0"/>
              </a:rPr>
              <a:t> was used to automatically train and evaluate multiple classification models such as Logistic Regression, Random Forest, and Gradient Boosting. The model with the highest performance was selected and deployed using IBM Watson Machine Learning.</a:t>
            </a:r>
          </a:p>
          <a:p>
            <a:r>
              <a:rPr lang="en-US" b="1" dirty="0">
                <a:latin typeface="Times New Roman" panose="02020603050405020304" pitchFamily="18" charset="0"/>
                <a:cs typeface="Times New Roman" panose="02020603050405020304" pitchFamily="18" charset="0"/>
              </a:rPr>
              <a:t>Deployment: </a:t>
            </a:r>
            <a:r>
              <a:rPr lang="en-US" dirty="0">
                <a:latin typeface="Times New Roman" panose="02020603050405020304" pitchFamily="18" charset="0"/>
                <a:cs typeface="Times New Roman" panose="02020603050405020304" pitchFamily="18" charset="0"/>
              </a:rPr>
              <a:t>The trained model was deployed on IBM Watsonx.ai Runtime as a REST API endpoint.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allows real-time classification of new project data directly from the cloud. </a:t>
            </a:r>
          </a:p>
          <a:p>
            <a:r>
              <a:rPr lang="en-US" b="1" dirty="0">
                <a:latin typeface="Times New Roman" panose="02020603050405020304" pitchFamily="18" charset="0"/>
                <a:cs typeface="Times New Roman" panose="02020603050405020304" pitchFamily="18" charset="0"/>
              </a:rPr>
              <a:t>Evaluation: </a:t>
            </a:r>
            <a:r>
              <a:rPr lang="en-US" altLang="en-US" dirty="0">
                <a:solidFill>
                  <a:schemeClr val="tx1"/>
                </a:solidFill>
                <a:latin typeface="Times New Roman" panose="02020603050405020304" pitchFamily="18" charset="0"/>
                <a:cs typeface="Times New Roman" panose="02020603050405020304" pitchFamily="18" charset="0"/>
              </a:rPr>
              <a:t>Model performance was evaluated using built-in </a:t>
            </a:r>
            <a:r>
              <a:rPr lang="en-US" altLang="en-US" dirty="0" err="1">
                <a:solidFill>
                  <a:schemeClr val="tx1"/>
                </a:solidFill>
                <a:latin typeface="Times New Roman" panose="02020603050405020304" pitchFamily="18" charset="0"/>
                <a:cs typeface="Times New Roman" panose="02020603050405020304" pitchFamily="18" charset="0"/>
              </a:rPr>
              <a:t>AutoAI</a:t>
            </a:r>
            <a:r>
              <a:rPr lang="en-US" altLang="en-US" dirty="0">
                <a:solidFill>
                  <a:schemeClr val="tx1"/>
                </a:solidFill>
                <a:latin typeface="Times New Roman" panose="02020603050405020304" pitchFamily="18" charset="0"/>
                <a:cs typeface="Times New Roman" panose="02020603050405020304" pitchFamily="18" charset="0"/>
              </a:rPr>
              <a:t> metrics such as Accuracy, Precision, Recall, and F1-Score. The model was fine-tuned based on performance feedback and deployment test results.</a:t>
            </a:r>
          </a:p>
          <a:p>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736640" y="882650"/>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94360" y="1490528"/>
            <a:ext cx="11153608" cy="5001712"/>
          </a:xfrm>
        </p:spPr>
        <p:txBody>
          <a:bodyPr>
            <a:noAutofit/>
          </a:bodyPr>
          <a:lstStyle/>
          <a:p>
            <a:pPr marL="0" indent="0">
              <a:lnSpc>
                <a:spcPct val="100000"/>
              </a:lnSpc>
              <a:spcBef>
                <a:spcPts val="100"/>
              </a:spcBef>
              <a:spcAft>
                <a:spcPts val="100"/>
              </a:spcAft>
              <a:buNone/>
            </a:pPr>
            <a:r>
              <a:rPr lang="en-US" sz="1800" dirty="0">
                <a:latin typeface="Times New Roman" panose="02020603050405020304" pitchFamily="18" charset="0"/>
                <a:cs typeface="Times New Roman" panose="02020603050405020304" pitchFamily="18" charset="0"/>
              </a:rPr>
              <a:t>This project follows a structured IBM Cloud–based workflow to classify rural infrastructure projects efficiently using cloud tools and machine learning.</a:t>
            </a:r>
          </a:p>
          <a:p>
            <a:pPr marL="0" indent="0">
              <a:lnSpc>
                <a:spcPct val="100000"/>
              </a:lnSpc>
              <a:spcBef>
                <a:spcPts val="100"/>
              </a:spcBef>
              <a:spcAft>
                <a:spcPts val="100"/>
              </a:spcAft>
              <a:buNone/>
            </a:pPr>
            <a:endParaRPr lang="en-US" sz="1800" dirty="0">
              <a:solidFill>
                <a:srgbClr val="0F0F0F"/>
              </a:solidFill>
              <a:latin typeface="Times New Roman" panose="02020603050405020304" pitchFamily="18" charset="0"/>
              <a:ea typeface="+mn-lt"/>
              <a:cs typeface="Times New Roman" panose="02020603050405020304" pitchFamily="18" charset="0"/>
            </a:endParaRPr>
          </a:p>
          <a:p>
            <a:pPr>
              <a:lnSpc>
                <a:spcPct val="100000"/>
              </a:lnSpc>
              <a:spcBef>
                <a:spcPts val="100"/>
              </a:spcBef>
              <a:spcAft>
                <a:spcPts val="100"/>
              </a:spcAft>
            </a:pPr>
            <a:r>
              <a:rPr lang="en-IN" sz="2300" b="1" dirty="0">
                <a:latin typeface="Times New Roman" panose="02020603050405020304" pitchFamily="18" charset="0"/>
                <a:cs typeface="Times New Roman" panose="02020603050405020304" pitchFamily="18" charset="0"/>
              </a:rPr>
              <a:t> System Requirements</a:t>
            </a:r>
          </a:p>
          <a:p>
            <a:pPr marL="342900" indent="-342900">
              <a:lnSpc>
                <a:spcPct val="100000"/>
              </a:lnSpc>
              <a:spcBef>
                <a:spcPts val="100"/>
              </a:spcBef>
              <a:spcAft>
                <a:spcPts val="100"/>
              </a:spcAft>
              <a:buClr>
                <a:schemeClr val="tx1"/>
              </a:buClr>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IBM Cloud Lite Account</a:t>
            </a:r>
          </a:p>
          <a:p>
            <a:pPr marL="342900" indent="-342900">
              <a:lnSpc>
                <a:spcPct val="100000"/>
              </a:lnSpc>
              <a:spcBef>
                <a:spcPts val="100"/>
              </a:spcBef>
              <a:spcAft>
                <a:spcPts val="100"/>
              </a:spcAft>
              <a:buClr>
                <a:schemeClr val="tx1"/>
              </a:buClr>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IBM Watsonx.ai Studio (for development)</a:t>
            </a:r>
          </a:p>
          <a:p>
            <a:pPr marL="342900" indent="-342900">
              <a:lnSpc>
                <a:spcPct val="100000"/>
              </a:lnSpc>
              <a:spcBef>
                <a:spcPts val="100"/>
              </a:spcBef>
              <a:spcAft>
                <a:spcPts val="100"/>
              </a:spcAft>
              <a:buClr>
                <a:schemeClr val="tx1"/>
              </a:buClr>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IBM Cloud Object Storage (for dataset upload)</a:t>
            </a:r>
          </a:p>
          <a:p>
            <a:pPr marL="342900" indent="-342900">
              <a:lnSpc>
                <a:spcPct val="100000"/>
              </a:lnSpc>
              <a:spcBef>
                <a:spcPts val="100"/>
              </a:spcBef>
              <a:spcAft>
                <a:spcPts val="100"/>
              </a:spcAft>
              <a:buClr>
                <a:schemeClr val="tx1"/>
              </a:buClr>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IBM Watsonx.ai Runtime (for deployment)</a:t>
            </a:r>
          </a:p>
          <a:p>
            <a:pPr marL="342900" indent="-342900">
              <a:lnSpc>
                <a:spcPct val="100000"/>
              </a:lnSpc>
              <a:spcBef>
                <a:spcPts val="100"/>
              </a:spcBef>
              <a:spcAft>
                <a:spcPts val="100"/>
              </a:spcAft>
              <a:buClr>
                <a:schemeClr val="tx1"/>
              </a:buClr>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Web browser (Chrome) for accessing services</a:t>
            </a:r>
          </a:p>
          <a:p>
            <a:pPr marL="0" indent="0">
              <a:lnSpc>
                <a:spcPct val="100000"/>
              </a:lnSpc>
              <a:spcBef>
                <a:spcPts val="100"/>
              </a:spcBef>
              <a:spcAft>
                <a:spcPts val="100"/>
              </a:spcAft>
              <a:buClr>
                <a:schemeClr val="tx1"/>
              </a:buClr>
              <a:buNone/>
            </a:pPr>
            <a:endParaRPr lang="en-IN" sz="1800" dirty="0">
              <a:solidFill>
                <a:schemeClr val="tx1"/>
              </a:solidFill>
              <a:latin typeface="Times New Roman" panose="02020603050405020304" pitchFamily="18" charset="0"/>
              <a:cs typeface="Times New Roman" panose="02020603050405020304" pitchFamily="18" charset="0"/>
            </a:endParaRPr>
          </a:p>
          <a:p>
            <a:pPr>
              <a:lnSpc>
                <a:spcPct val="100000"/>
              </a:lnSpc>
              <a:spcBef>
                <a:spcPts val="100"/>
              </a:spcBef>
              <a:spcAft>
                <a:spcPts val="100"/>
              </a:spcAft>
            </a:pPr>
            <a:r>
              <a:rPr lang="en-US" altLang="en-US" sz="2300" b="1" dirty="0">
                <a:solidFill>
                  <a:schemeClr val="tx1"/>
                </a:solidFill>
                <a:latin typeface="Times New Roman" panose="02020603050405020304" pitchFamily="18" charset="0"/>
                <a:cs typeface="Times New Roman" panose="02020603050405020304" pitchFamily="18" charset="0"/>
              </a:rPr>
              <a:t>Libraries Used in Watson Studio Notebook</a:t>
            </a:r>
          </a:p>
          <a:p>
            <a:pPr marL="457200" lvl="0" indent="-457200" defTabSz="914400" eaLnBrk="0" fontAlgn="base" hangingPunct="0">
              <a:lnSpc>
                <a:spcPct val="100000"/>
              </a:lnSpc>
              <a:spcBef>
                <a:spcPts val="100"/>
              </a:spcBef>
              <a:spcAft>
                <a:spcPts val="100"/>
              </a:spcAft>
              <a:buClr>
                <a:schemeClr val="tx1"/>
              </a:buClr>
              <a:buSzTx/>
              <a:buFont typeface="+mj-lt"/>
              <a:buAutoNum type="arabicPeriod"/>
            </a:pPr>
            <a:r>
              <a:rPr lang="en-US" altLang="en-US" sz="1800" dirty="0">
                <a:solidFill>
                  <a:schemeClr val="tx1"/>
                </a:solidFill>
                <a:latin typeface="Times New Roman" panose="02020603050405020304" pitchFamily="18" charset="0"/>
                <a:cs typeface="Times New Roman" panose="02020603050405020304" pitchFamily="18" charset="0"/>
              </a:rPr>
              <a:t>pandas – Data handling and manipulation</a:t>
            </a:r>
          </a:p>
          <a:p>
            <a:pPr marL="457200" lvl="0" indent="-457200" defTabSz="914400" eaLnBrk="0" fontAlgn="base" hangingPunct="0">
              <a:lnSpc>
                <a:spcPct val="100000"/>
              </a:lnSpc>
              <a:spcBef>
                <a:spcPts val="100"/>
              </a:spcBef>
              <a:spcAft>
                <a:spcPts val="100"/>
              </a:spcAft>
              <a:buClr>
                <a:schemeClr val="tx1"/>
              </a:buClr>
              <a:buSzTx/>
              <a:buFont typeface="+mj-lt"/>
              <a:buAutoNum type="arabicPeriod"/>
            </a:pPr>
            <a:r>
              <a:rPr lang="en-US" altLang="en-US" sz="1800" dirty="0" err="1">
                <a:solidFill>
                  <a:schemeClr val="tx1"/>
                </a:solidFill>
                <a:latin typeface="Times New Roman" panose="02020603050405020304" pitchFamily="18" charset="0"/>
                <a:cs typeface="Times New Roman" panose="02020603050405020304" pitchFamily="18" charset="0"/>
              </a:rPr>
              <a:t>numpy</a:t>
            </a:r>
            <a:r>
              <a:rPr lang="en-US" altLang="en-US" sz="1800" dirty="0">
                <a:solidFill>
                  <a:schemeClr val="tx1"/>
                </a:solidFill>
                <a:latin typeface="Times New Roman" panose="02020603050405020304" pitchFamily="18" charset="0"/>
                <a:cs typeface="Times New Roman" panose="02020603050405020304" pitchFamily="18" charset="0"/>
              </a:rPr>
              <a:t> – Numerical operations</a:t>
            </a:r>
          </a:p>
          <a:p>
            <a:pPr marL="457200" lvl="0" indent="-457200" defTabSz="914400" eaLnBrk="0" fontAlgn="base" hangingPunct="0">
              <a:lnSpc>
                <a:spcPct val="100000"/>
              </a:lnSpc>
              <a:spcBef>
                <a:spcPts val="100"/>
              </a:spcBef>
              <a:spcAft>
                <a:spcPts val="100"/>
              </a:spcAft>
              <a:buClr>
                <a:schemeClr val="tx1"/>
              </a:buClr>
              <a:buSzTx/>
              <a:buFont typeface="+mj-lt"/>
              <a:buAutoNum type="arabicPeriod"/>
            </a:pPr>
            <a:r>
              <a:rPr lang="en-US" altLang="en-US" sz="1800" dirty="0">
                <a:solidFill>
                  <a:schemeClr val="tx1"/>
                </a:solidFill>
                <a:latin typeface="Times New Roman" panose="02020603050405020304" pitchFamily="18" charset="0"/>
                <a:cs typeface="Times New Roman" panose="02020603050405020304" pitchFamily="18" charset="0"/>
              </a:rPr>
              <a:t>scikit-learn (</a:t>
            </a:r>
            <a:r>
              <a:rPr lang="en-US" altLang="en-US" sz="1800" dirty="0" err="1">
                <a:solidFill>
                  <a:schemeClr val="tx1"/>
                </a:solidFill>
                <a:latin typeface="Times New Roman" panose="02020603050405020304" pitchFamily="18" charset="0"/>
                <a:cs typeface="Times New Roman" panose="02020603050405020304" pitchFamily="18" charset="0"/>
              </a:rPr>
              <a:t>sklearn</a:t>
            </a:r>
            <a:r>
              <a:rPr lang="en-US" altLang="en-US" sz="1800" dirty="0">
                <a:solidFill>
                  <a:schemeClr val="tx1"/>
                </a:solidFill>
                <a:latin typeface="Times New Roman" panose="02020603050405020304" pitchFamily="18" charset="0"/>
                <a:cs typeface="Times New Roman" panose="02020603050405020304" pitchFamily="18" charset="0"/>
              </a:rPr>
              <a:t>) – ML model training and evaluation</a:t>
            </a:r>
          </a:p>
          <a:p>
            <a:pPr marL="457200" lvl="0" indent="-457200" defTabSz="914400" eaLnBrk="0" fontAlgn="base" hangingPunct="0">
              <a:lnSpc>
                <a:spcPct val="100000"/>
              </a:lnSpc>
              <a:spcBef>
                <a:spcPts val="100"/>
              </a:spcBef>
              <a:spcAft>
                <a:spcPts val="100"/>
              </a:spcAft>
              <a:buClr>
                <a:schemeClr val="tx1"/>
              </a:buClr>
              <a:buSzTx/>
              <a:buFont typeface="+mj-lt"/>
              <a:buAutoNum type="arabicPeriod"/>
            </a:pPr>
            <a:r>
              <a:rPr lang="en-US" altLang="en-US" sz="1800" dirty="0">
                <a:solidFill>
                  <a:schemeClr val="tx1"/>
                </a:solidFill>
                <a:latin typeface="Times New Roman" panose="02020603050405020304" pitchFamily="18" charset="0"/>
                <a:cs typeface="Times New Roman" panose="02020603050405020304" pitchFamily="18" charset="0"/>
              </a:rPr>
              <a:t>matplotlib / seaborn – Visualization</a:t>
            </a:r>
          </a:p>
          <a:p>
            <a:pPr marL="0" indent="0">
              <a:lnSpc>
                <a:spcPct val="100000"/>
              </a:lnSpc>
              <a:buNone/>
            </a:pP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645200" y="766164"/>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645201" y="1493994"/>
            <a:ext cx="11029615" cy="5254278"/>
          </a:xfrm>
        </p:spPr>
        <p:txBody>
          <a:bodyPr anchor="t">
            <a:noAutofit/>
          </a:bodyPr>
          <a:lstStyle/>
          <a:p>
            <a:pPr marL="0" indent="0">
              <a:buNone/>
            </a:pPr>
            <a:r>
              <a:rPr lang="en-US" altLang="en-US" dirty="0">
                <a:solidFill>
                  <a:schemeClr val="tx1"/>
                </a:solidFill>
                <a:latin typeface="Times New Roman" panose="02020603050405020304" pitchFamily="18" charset="0"/>
                <a:cs typeface="Times New Roman" panose="02020603050405020304" pitchFamily="18" charset="0"/>
              </a:rPr>
              <a:t>The classification system was implemented using IBM Watson </a:t>
            </a:r>
            <a:r>
              <a:rPr lang="en-US" altLang="en-US" dirty="0" err="1">
                <a:solidFill>
                  <a:schemeClr val="tx1"/>
                </a:solidFill>
                <a:latin typeface="Times New Roman" panose="02020603050405020304" pitchFamily="18" charset="0"/>
                <a:cs typeface="Times New Roman" panose="02020603050405020304" pitchFamily="18" charset="0"/>
              </a:rPr>
              <a:t>AutoAI</a:t>
            </a:r>
            <a:r>
              <a:rPr lang="en-US" altLang="en-US" dirty="0">
                <a:solidFill>
                  <a:schemeClr val="tx1"/>
                </a:solidFill>
                <a:latin typeface="Times New Roman" panose="02020603050405020304" pitchFamily="18" charset="0"/>
                <a:cs typeface="Times New Roman" panose="02020603050405020304" pitchFamily="18" charset="0"/>
              </a:rPr>
              <a:t>. The following outlines the algorithm selection, data inputs, training, and prediction process.</a:t>
            </a:r>
          </a:p>
          <a:p>
            <a:pPr marL="0" indent="0">
              <a:buNone/>
            </a:pPr>
            <a:endParaRPr lang="en-IN" sz="200" dirty="0">
              <a:latin typeface="Times New Roman" panose="02020603050405020304" pitchFamily="18" charset="0"/>
              <a:cs typeface="Times New Roman" panose="02020603050405020304" pitchFamily="18" charset="0"/>
            </a:endParaRPr>
          </a:p>
          <a:p>
            <a:pPr marL="305435" indent="-305435"/>
            <a:r>
              <a:rPr lang="en-IN" sz="2300" b="1" dirty="0">
                <a:latin typeface="Times New Roman" panose="02020603050405020304" pitchFamily="18" charset="0"/>
                <a:ea typeface="+mn-lt"/>
                <a:cs typeface="Times New Roman" panose="02020603050405020304" pitchFamily="18" charset="0"/>
              </a:rPr>
              <a:t>Algorithm Selection:</a:t>
            </a:r>
          </a:p>
          <a:p>
            <a:pPr marL="0" indent="0">
              <a:buNone/>
            </a:pPr>
            <a:r>
              <a:rPr lang="en-US" dirty="0">
                <a:latin typeface="Times New Roman" panose="02020603050405020304" pitchFamily="18" charset="0"/>
                <a:cs typeface="Times New Roman" panose="02020603050405020304" pitchFamily="18" charset="0"/>
              </a:rPr>
              <a:t>IBM Watson </a:t>
            </a:r>
            <a:r>
              <a:rPr lang="en-US" dirty="0" err="1">
                <a:latin typeface="Times New Roman" panose="02020603050405020304" pitchFamily="18" charset="0"/>
                <a:cs typeface="Times New Roman" panose="02020603050405020304" pitchFamily="18" charset="0"/>
              </a:rPr>
              <a:t>AutoAI</a:t>
            </a:r>
            <a:r>
              <a:rPr lang="en-US" dirty="0">
                <a:latin typeface="Times New Roman" panose="02020603050405020304" pitchFamily="18" charset="0"/>
                <a:cs typeface="Times New Roman" panose="02020603050405020304" pitchFamily="18" charset="0"/>
              </a:rPr>
              <a:t> was used to automatically compare and rank several classification algorithms.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best model was selected from:</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Logistic Regression</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Random Forest</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Gradient Boosting</a:t>
            </a:r>
          </a:p>
          <a:p>
            <a:pPr marL="0" indent="0">
              <a:buClr>
                <a:schemeClr val="tx1"/>
              </a:buClr>
              <a:buNone/>
            </a:pPr>
            <a:endParaRPr lang="en-US" sz="2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This approach was chosen because:</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It is suitable for categorical classification tasks like scheme prediction (PMGSY-I, II, RCPLWE)</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It automates model selection and tuning</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It ensures objective and performance-based model choice</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38B8C-BFEC-0171-1F60-88DBF2F5887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A02A1C3-2F5A-E262-AD2A-7A96C92BF16D}"/>
              </a:ext>
            </a:extLst>
          </p:cNvPr>
          <p:cNvSpPr>
            <a:spLocks noGrp="1"/>
          </p:cNvSpPr>
          <p:nvPr>
            <p:ph type="title"/>
          </p:nvPr>
        </p:nvSpPr>
        <p:spPr>
          <a:xfrm>
            <a:off x="645200" y="766164"/>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2CB5B610-E05A-FE39-0FEE-F9CC84B37B5B}"/>
              </a:ext>
            </a:extLst>
          </p:cNvPr>
          <p:cNvSpPr>
            <a:spLocks noGrp="1"/>
          </p:cNvSpPr>
          <p:nvPr>
            <p:ph idx="1"/>
          </p:nvPr>
        </p:nvSpPr>
        <p:spPr>
          <a:xfrm>
            <a:off x="718352" y="1503194"/>
            <a:ext cx="11029615" cy="5199358"/>
          </a:xfrm>
        </p:spPr>
        <p:txBody>
          <a:bodyPr numCol="1" anchor="t">
            <a:noAutofit/>
          </a:bodyPr>
          <a:lstStyle/>
          <a:p>
            <a:r>
              <a:rPr lang="en-IN" sz="2300" b="1" dirty="0">
                <a:latin typeface="Times New Roman" panose="02020603050405020304" pitchFamily="18" charset="0"/>
                <a:ea typeface="+mn-lt"/>
                <a:cs typeface="Times New Roman" panose="02020603050405020304" pitchFamily="18" charset="0"/>
              </a:rPr>
              <a:t>Data Input: </a:t>
            </a:r>
            <a:r>
              <a:rPr lang="en-US" dirty="0">
                <a:latin typeface="Times New Roman" panose="02020603050405020304" pitchFamily="18" charset="0"/>
                <a:cs typeface="Times New Roman" panose="02020603050405020304" pitchFamily="18" charset="0"/>
              </a:rPr>
              <a:t>These features influence how projects are planned and executed under different PMGSY schemes.</a:t>
            </a:r>
          </a:p>
          <a:p>
            <a:pPr marL="0" indent="0">
              <a:buNone/>
            </a:pPr>
            <a:endParaRPr lang="en-IN" sz="500" b="1" dirty="0">
              <a:latin typeface="Times New Roman" panose="02020603050405020304" pitchFamily="18" charset="0"/>
              <a:ea typeface="+mn-lt"/>
              <a:cs typeface="Times New Roman" panose="02020603050405020304" pitchFamily="18" charset="0"/>
            </a:endParaRP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State Name</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District Name</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Number of Roads Sanctioned</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Length of Roads Sanctioned </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Cost of Work Sanctioned </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Road Works Completed</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Length Completed</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Bridges Completed</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Expenditure Occurred </a:t>
            </a:r>
          </a:p>
          <a:p>
            <a:pPr marL="342900" indent="-342900">
              <a:buClr>
                <a:schemeClr val="tx1"/>
              </a:buClr>
              <a:buFont typeface="+mj-lt"/>
              <a:buAutoNum type="arabicPeriod"/>
            </a:pPr>
            <a:r>
              <a:rPr lang="en-US" dirty="0">
                <a:latin typeface="Times New Roman" panose="02020603050405020304" pitchFamily="18" charset="0"/>
                <a:cs typeface="Times New Roman" panose="02020603050405020304" pitchFamily="18" charset="0"/>
              </a:rPr>
              <a:t>Balance Work Remaining (count &amp; length)</a:t>
            </a:r>
          </a:p>
        </p:txBody>
      </p:sp>
    </p:spTree>
    <p:extLst>
      <p:ext uri="{BB962C8B-B14F-4D97-AF65-F5344CB8AC3E}">
        <p14:creationId xmlns:p14="http://schemas.microsoft.com/office/powerpoint/2010/main" val="223671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2C6B-4412-E555-005B-85527EACFB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9ADBC4-AEC5-B8CF-9B49-E8EEEEADA4F1}"/>
              </a:ext>
            </a:extLst>
          </p:cNvPr>
          <p:cNvSpPr>
            <a:spLocks noGrp="1"/>
          </p:cNvSpPr>
          <p:nvPr>
            <p:ph type="title"/>
          </p:nvPr>
        </p:nvSpPr>
        <p:spPr>
          <a:xfrm>
            <a:off x="645200" y="766164"/>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DA236B0D-E160-127D-C382-5AF9D2E16B6C}"/>
              </a:ext>
            </a:extLst>
          </p:cNvPr>
          <p:cNvSpPr>
            <a:spLocks noGrp="1"/>
          </p:cNvSpPr>
          <p:nvPr>
            <p:ph idx="1"/>
          </p:nvPr>
        </p:nvSpPr>
        <p:spPr>
          <a:xfrm>
            <a:off x="645200" y="1715494"/>
            <a:ext cx="10062424" cy="4456706"/>
          </a:xfrm>
        </p:spPr>
        <p:txBody>
          <a:bodyPr numCol="1" anchor="t">
            <a:noAutofit/>
          </a:bodyPr>
          <a:lstStyle/>
          <a:p>
            <a:pPr defTabSz="914400" eaLnBrk="0" fontAlgn="base" hangingPunct="0">
              <a:lnSpc>
                <a:spcPct val="100000"/>
              </a:lnSpc>
              <a:spcBef>
                <a:spcPts val="100"/>
              </a:spcBef>
              <a:spcAft>
                <a:spcPts val="100"/>
              </a:spcAft>
            </a:pPr>
            <a:r>
              <a:rPr lang="en-US" altLang="en-US" sz="2300" b="1" dirty="0">
                <a:solidFill>
                  <a:schemeClr val="tx1"/>
                </a:solidFill>
                <a:latin typeface="Times New Roman" panose="02020603050405020304" pitchFamily="18" charset="0"/>
                <a:cs typeface="Times New Roman" panose="02020603050405020304" pitchFamily="18" charset="0"/>
              </a:rPr>
              <a:t>Training Process:</a:t>
            </a:r>
          </a:p>
          <a:p>
            <a:pPr marL="0" indent="0" defTabSz="914400" eaLnBrk="0" fontAlgn="base" hangingPunct="0">
              <a:lnSpc>
                <a:spcPct val="100000"/>
              </a:lnSpc>
              <a:spcBef>
                <a:spcPts val="100"/>
              </a:spcBef>
              <a:spcAft>
                <a:spcPts val="100"/>
              </a:spcAft>
              <a:buNone/>
            </a:pPr>
            <a:endParaRPr lang="en-US" altLang="en-US" sz="500" b="1" dirty="0">
              <a:solidFill>
                <a:schemeClr val="tx1"/>
              </a:solidFill>
              <a:latin typeface="Times New Roman" panose="02020603050405020304" pitchFamily="18" charset="0"/>
              <a:cs typeface="Times New Roman" panose="02020603050405020304" pitchFamily="18" charset="0"/>
            </a:endParaRP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Data was uploaded to IBM Cloud Object Storage and accessed in Watsonx.ai Studio Notebook.</a:t>
            </a: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Preprocessing included:</a:t>
            </a:r>
          </a:p>
          <a:p>
            <a:pPr marL="800100" lvl="1" indent="-342900" defTabSz="914400" eaLnBrk="0" fontAlgn="base" hangingPunct="0">
              <a:spcBef>
                <a:spcPts val="100"/>
              </a:spcBef>
              <a:spcAft>
                <a:spcPts val="100"/>
              </a:spcAft>
              <a:buClrTx/>
              <a:buSzTx/>
              <a:buFont typeface="Arial" panose="020B0604020202020204" pitchFamily="34" charset="0"/>
              <a:buChar char="•"/>
            </a:pPr>
            <a:r>
              <a:rPr lang="en-US" altLang="en-US" sz="1700" dirty="0">
                <a:solidFill>
                  <a:schemeClr val="tx1"/>
                </a:solidFill>
                <a:latin typeface="Times New Roman" panose="02020603050405020304" pitchFamily="18" charset="0"/>
                <a:cs typeface="Times New Roman" panose="02020603050405020304" pitchFamily="18" charset="0"/>
              </a:rPr>
              <a:t>Dropping irrelevant columns </a:t>
            </a:r>
          </a:p>
          <a:p>
            <a:pPr marL="800100" lvl="1" indent="-342900" defTabSz="914400" eaLnBrk="0" fontAlgn="base" hangingPunct="0">
              <a:spcBef>
                <a:spcPts val="100"/>
              </a:spcBef>
              <a:spcAft>
                <a:spcPts val="100"/>
              </a:spcAft>
              <a:buClrTx/>
              <a:buSzTx/>
              <a:buFont typeface="Arial" panose="020B0604020202020204" pitchFamily="34" charset="0"/>
              <a:buChar char="•"/>
            </a:pPr>
            <a:r>
              <a:rPr lang="en-US" altLang="en-US" sz="1700" dirty="0">
                <a:solidFill>
                  <a:schemeClr val="tx1"/>
                </a:solidFill>
                <a:latin typeface="Times New Roman" panose="02020603050405020304" pitchFamily="18" charset="0"/>
                <a:cs typeface="Times New Roman" panose="02020603050405020304" pitchFamily="18" charset="0"/>
              </a:rPr>
              <a:t>Handling missing values </a:t>
            </a:r>
          </a:p>
          <a:p>
            <a:pPr marL="800100" lvl="1" indent="-342900" defTabSz="914400" eaLnBrk="0" fontAlgn="base" hangingPunct="0">
              <a:spcBef>
                <a:spcPts val="100"/>
              </a:spcBef>
              <a:spcAft>
                <a:spcPts val="100"/>
              </a:spcAft>
              <a:buClrTx/>
              <a:buSzTx/>
              <a:buFont typeface="Arial" panose="020B0604020202020204" pitchFamily="34" charset="0"/>
              <a:buChar char="•"/>
            </a:pPr>
            <a:r>
              <a:rPr lang="en-US" altLang="en-US" sz="1700" dirty="0">
                <a:solidFill>
                  <a:schemeClr val="tx1"/>
                </a:solidFill>
                <a:latin typeface="Times New Roman" panose="02020603050405020304" pitchFamily="18" charset="0"/>
                <a:cs typeface="Times New Roman" panose="02020603050405020304" pitchFamily="18" charset="0"/>
              </a:rPr>
              <a:t>Encoding categorical fields like state and district</a:t>
            </a: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err="1">
                <a:solidFill>
                  <a:schemeClr val="tx1"/>
                </a:solidFill>
                <a:latin typeface="Times New Roman" panose="02020603050405020304" pitchFamily="18" charset="0"/>
                <a:cs typeface="Times New Roman" panose="02020603050405020304" pitchFamily="18" charset="0"/>
              </a:rPr>
              <a:t>AutoAI</a:t>
            </a:r>
            <a:r>
              <a:rPr lang="en-US" altLang="en-US" dirty="0">
                <a:solidFill>
                  <a:schemeClr val="tx1"/>
                </a:solidFill>
                <a:latin typeface="Times New Roman" panose="02020603050405020304" pitchFamily="18" charset="0"/>
                <a:cs typeface="Times New Roman" panose="02020603050405020304" pitchFamily="18" charset="0"/>
              </a:rPr>
              <a:t> handled model training, hyperparameter tuning, and cross-validation automatically</a:t>
            </a:r>
          </a:p>
          <a:p>
            <a:pPr marL="0" lvl="0" indent="0" defTabSz="914400" eaLnBrk="0" fontAlgn="base" hangingPunct="0">
              <a:lnSpc>
                <a:spcPct val="100000"/>
              </a:lnSpc>
              <a:spcBef>
                <a:spcPts val="100"/>
              </a:spcBef>
              <a:spcAft>
                <a:spcPts val="100"/>
              </a:spcAft>
              <a:buClrTx/>
              <a:buSzTx/>
              <a:buNone/>
            </a:pPr>
            <a:endParaRPr lang="en-IN" dirty="0">
              <a:solidFill>
                <a:schemeClr val="tx1"/>
              </a:solidFill>
              <a:latin typeface="Times New Roman" panose="02020603050405020304" pitchFamily="18" charset="0"/>
              <a:ea typeface="+mn-lt"/>
              <a:cs typeface="Times New Roman" panose="02020603050405020304" pitchFamily="18" charset="0"/>
            </a:endParaRPr>
          </a:p>
          <a:p>
            <a:pPr defTabSz="914400" eaLnBrk="0" fontAlgn="base" hangingPunct="0">
              <a:lnSpc>
                <a:spcPct val="100000"/>
              </a:lnSpc>
              <a:spcBef>
                <a:spcPts val="100"/>
              </a:spcBef>
              <a:spcAft>
                <a:spcPts val="100"/>
              </a:spcAft>
            </a:pPr>
            <a:r>
              <a:rPr lang="en-US" altLang="en-US" sz="2300" b="1" dirty="0">
                <a:solidFill>
                  <a:schemeClr val="tx1"/>
                </a:solidFill>
                <a:latin typeface="Times New Roman" panose="02020603050405020304" pitchFamily="18" charset="0"/>
                <a:cs typeface="Times New Roman" panose="02020603050405020304" pitchFamily="18" charset="0"/>
              </a:rPr>
              <a:t>Prediction Process:</a:t>
            </a:r>
          </a:p>
          <a:p>
            <a:pPr marL="0" indent="0" defTabSz="914400" eaLnBrk="0" fontAlgn="base" hangingPunct="0">
              <a:lnSpc>
                <a:spcPct val="100000"/>
              </a:lnSpc>
              <a:spcBef>
                <a:spcPts val="100"/>
              </a:spcBef>
              <a:spcAft>
                <a:spcPts val="100"/>
              </a:spcAft>
              <a:buNone/>
            </a:pPr>
            <a:endParaRPr lang="en-US" altLang="en-US" sz="500" b="1" dirty="0">
              <a:solidFill>
                <a:schemeClr val="tx1"/>
              </a:solidFill>
              <a:latin typeface="Times New Roman" panose="02020603050405020304" pitchFamily="18" charset="0"/>
              <a:cs typeface="Times New Roman" panose="02020603050405020304" pitchFamily="18" charset="0"/>
            </a:endParaRP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The best model was deployed using IBM Watsonx.ai Studio.</a:t>
            </a: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A REST API endpoint was generated to allow classification of new project data.</a:t>
            </a: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Input: JSON object with project attributes</a:t>
            </a: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Output: Predicted scheme type (e.g., "PMGSY-II")</a:t>
            </a:r>
          </a:p>
          <a:p>
            <a:pPr marL="342900" lvl="0" indent="-342900" defTabSz="914400" eaLnBrk="0" fontAlgn="base" hangingPunct="0">
              <a:lnSpc>
                <a:spcPct val="100000"/>
              </a:lnSpc>
              <a:spcBef>
                <a:spcPts val="100"/>
              </a:spcBef>
              <a:spcAft>
                <a:spcPts val="10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The model supports real-time usage for administrators and analysts.</a:t>
            </a:r>
          </a:p>
          <a:p>
            <a:pPr marL="305435" indent="-305435">
              <a:lnSpc>
                <a:spcPct val="100000"/>
              </a:lnSpc>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13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16000" y="652858"/>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11" name="Picture 10">
            <a:extLst>
              <a:ext uri="{FF2B5EF4-FFF2-40B4-BE49-F238E27FC236}">
                <a16:creationId xmlns:a16="http://schemas.microsoft.com/office/drawing/2014/main" id="{2C21A3B3-0A8C-36DB-D64E-973C4A0C63DC}"/>
              </a:ext>
            </a:extLst>
          </p:cNvPr>
          <p:cNvPicPr>
            <a:picLocks/>
          </p:cNvPicPr>
          <p:nvPr/>
        </p:nvPicPr>
        <p:blipFill>
          <a:blip r:embed="rId2"/>
          <a:stretch>
            <a:fillRect/>
          </a:stretch>
        </p:blipFill>
        <p:spPr>
          <a:xfrm>
            <a:off x="516000" y="1748302"/>
            <a:ext cx="11160000" cy="3240000"/>
          </a:xfrm>
          <a:prstGeom prst="rect">
            <a:avLst/>
          </a:prstGeom>
          <a:ln>
            <a:solidFill>
              <a:schemeClr val="tx1"/>
            </a:solidFill>
          </a:ln>
        </p:spPr>
      </p:pic>
      <p:sp>
        <p:nvSpPr>
          <p:cNvPr id="15" name="TextBox 14">
            <a:extLst>
              <a:ext uri="{FF2B5EF4-FFF2-40B4-BE49-F238E27FC236}">
                <a16:creationId xmlns:a16="http://schemas.microsoft.com/office/drawing/2014/main" id="{9854EA6D-2301-8E34-41C8-475DA03EAA0F}"/>
              </a:ext>
            </a:extLst>
          </p:cNvPr>
          <p:cNvSpPr txBox="1"/>
          <p:nvPr/>
        </p:nvSpPr>
        <p:spPr>
          <a:xfrm>
            <a:off x="220980" y="1183154"/>
            <a:ext cx="6551676" cy="446276"/>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300" b="1" dirty="0">
                <a:solidFill>
                  <a:schemeClr val="tx1"/>
                </a:solidFill>
                <a:latin typeface="Times New Roman" panose="02020603050405020304" pitchFamily="18" charset="0"/>
                <a:cs typeface="Times New Roman" panose="02020603050405020304" pitchFamily="18" charset="0"/>
              </a:rPr>
              <a:t>IBM Watsonx.ai Studio </a:t>
            </a:r>
            <a:r>
              <a:rPr lang="en-IN" sz="2300" dirty="0">
                <a:solidFill>
                  <a:schemeClr val="tx1"/>
                </a:solidFill>
                <a:latin typeface="Times New Roman" panose="02020603050405020304" pitchFamily="18" charset="0"/>
                <a:cs typeface="Times New Roman" panose="02020603050405020304" pitchFamily="18" charset="0"/>
              </a:rPr>
              <a:t>(Notebook)</a:t>
            </a:r>
            <a:endParaRPr lang="en-IN" sz="2300" b="1" dirty="0"/>
          </a:p>
        </p:txBody>
      </p:sp>
      <p:pic>
        <p:nvPicPr>
          <p:cNvPr id="16" name="Picture 15">
            <a:extLst>
              <a:ext uri="{FF2B5EF4-FFF2-40B4-BE49-F238E27FC236}">
                <a16:creationId xmlns:a16="http://schemas.microsoft.com/office/drawing/2014/main" id="{7AF8C251-DE09-CD55-3CBF-BE1047FD958E}"/>
              </a:ext>
            </a:extLst>
          </p:cNvPr>
          <p:cNvPicPr>
            <a:picLocks/>
          </p:cNvPicPr>
          <p:nvPr/>
        </p:nvPicPr>
        <p:blipFill>
          <a:blip r:embed="rId3"/>
          <a:srcRect t="44650" b="9917"/>
          <a:stretch>
            <a:fillRect/>
          </a:stretch>
        </p:blipFill>
        <p:spPr>
          <a:xfrm>
            <a:off x="516000" y="4992624"/>
            <a:ext cx="11160000" cy="1440000"/>
          </a:xfrm>
          <a:prstGeom prst="rect">
            <a:avLst/>
          </a:prstGeom>
          <a:ln>
            <a:solidFill>
              <a:schemeClr val="tx1"/>
            </a:solidFill>
          </a:ln>
        </p:spPr>
      </p:pic>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48C96-953C-89E7-6BD5-29326FD689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408392B-38F3-106A-41F7-E354BC787F33}"/>
              </a:ext>
            </a:extLst>
          </p:cNvPr>
          <p:cNvSpPr>
            <a:spLocks noGrp="1"/>
          </p:cNvSpPr>
          <p:nvPr>
            <p:ph type="title"/>
          </p:nvPr>
        </p:nvSpPr>
        <p:spPr>
          <a:xfrm>
            <a:off x="516000" y="652858"/>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15" name="TextBox 14">
            <a:extLst>
              <a:ext uri="{FF2B5EF4-FFF2-40B4-BE49-F238E27FC236}">
                <a16:creationId xmlns:a16="http://schemas.microsoft.com/office/drawing/2014/main" id="{9B4D5107-F905-062C-78C2-A1A1157322C4}"/>
              </a:ext>
            </a:extLst>
          </p:cNvPr>
          <p:cNvSpPr txBox="1"/>
          <p:nvPr/>
        </p:nvSpPr>
        <p:spPr>
          <a:xfrm>
            <a:off x="220980" y="1183154"/>
            <a:ext cx="6551676" cy="461665"/>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300" b="1" dirty="0">
                <a:latin typeface="Times New Roman" panose="02020603050405020304" pitchFamily="18" charset="0"/>
                <a:cs typeface="Times New Roman" panose="02020603050405020304" pitchFamily="18" charset="0"/>
              </a:rPr>
              <a:t>IBM Cloud Object Storage </a:t>
            </a:r>
            <a:r>
              <a:rPr lang="en-IN" sz="2300" dirty="0">
                <a:latin typeface="Times New Roman" panose="02020603050405020304" pitchFamily="18" charset="0"/>
                <a:cs typeface="Times New Roman" panose="02020603050405020304" pitchFamily="18" charset="0"/>
              </a:rPr>
              <a:t>(Storage)</a:t>
            </a:r>
            <a:endParaRPr lang="en-IN" sz="2300" b="1" dirty="0"/>
          </a:p>
        </p:txBody>
      </p:sp>
      <p:pic>
        <p:nvPicPr>
          <p:cNvPr id="9" name="Picture 8">
            <a:extLst>
              <a:ext uri="{FF2B5EF4-FFF2-40B4-BE49-F238E27FC236}">
                <a16:creationId xmlns:a16="http://schemas.microsoft.com/office/drawing/2014/main" id="{860E4A7D-3A51-5BB5-71A8-D0ACBB0E70F3}"/>
              </a:ext>
            </a:extLst>
          </p:cNvPr>
          <p:cNvPicPr>
            <a:picLocks/>
          </p:cNvPicPr>
          <p:nvPr/>
        </p:nvPicPr>
        <p:blipFill>
          <a:blip r:embed="rId2"/>
          <a:stretch>
            <a:fillRect/>
          </a:stretch>
        </p:blipFill>
        <p:spPr>
          <a:xfrm>
            <a:off x="516000" y="1676138"/>
            <a:ext cx="11160000" cy="4680000"/>
          </a:xfrm>
          <a:prstGeom prst="rect">
            <a:avLst/>
          </a:prstGeom>
          <a:ln>
            <a:solidFill>
              <a:schemeClr val="tx1"/>
            </a:solidFill>
          </a:ln>
        </p:spPr>
      </p:pic>
    </p:spTree>
    <p:extLst>
      <p:ext uri="{BB962C8B-B14F-4D97-AF65-F5344CB8AC3E}">
        <p14:creationId xmlns:p14="http://schemas.microsoft.com/office/powerpoint/2010/main" val="416625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DD2DE-D190-E830-7569-49D14E5FD0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DF1CE6-0849-018A-F679-87BAD7BD0363}"/>
              </a:ext>
            </a:extLst>
          </p:cNvPr>
          <p:cNvSpPr>
            <a:spLocks noGrp="1"/>
          </p:cNvSpPr>
          <p:nvPr>
            <p:ph type="title"/>
          </p:nvPr>
        </p:nvSpPr>
        <p:spPr>
          <a:xfrm>
            <a:off x="516000" y="652858"/>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15" name="TextBox 14">
            <a:extLst>
              <a:ext uri="{FF2B5EF4-FFF2-40B4-BE49-F238E27FC236}">
                <a16:creationId xmlns:a16="http://schemas.microsoft.com/office/drawing/2014/main" id="{F1BE61D2-38EE-3E5E-CE23-98FBBCA92D1C}"/>
              </a:ext>
            </a:extLst>
          </p:cNvPr>
          <p:cNvSpPr txBox="1"/>
          <p:nvPr/>
        </p:nvSpPr>
        <p:spPr>
          <a:xfrm>
            <a:off x="220980" y="1183154"/>
            <a:ext cx="6551676" cy="446276"/>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300" b="1" dirty="0">
                <a:solidFill>
                  <a:schemeClr val="tx1"/>
                </a:solidFill>
                <a:latin typeface="Times New Roman" panose="02020603050405020304" pitchFamily="18" charset="0"/>
                <a:cs typeface="Times New Roman" panose="02020603050405020304" pitchFamily="18" charset="0"/>
              </a:rPr>
              <a:t>IBM Watsonx.ai Studio – Auto ai </a:t>
            </a:r>
            <a:r>
              <a:rPr lang="en-IN" sz="2300" dirty="0">
                <a:solidFill>
                  <a:schemeClr val="tx1"/>
                </a:solidFill>
                <a:latin typeface="Times New Roman" panose="02020603050405020304" pitchFamily="18" charset="0"/>
                <a:cs typeface="Times New Roman" panose="02020603050405020304" pitchFamily="18" charset="0"/>
              </a:rPr>
              <a:t>(Model)</a:t>
            </a:r>
            <a:endParaRPr lang="en-IN" sz="2300" b="1" dirty="0"/>
          </a:p>
        </p:txBody>
      </p:sp>
      <p:pic>
        <p:nvPicPr>
          <p:cNvPr id="3" name="Picture 2">
            <a:extLst>
              <a:ext uri="{FF2B5EF4-FFF2-40B4-BE49-F238E27FC236}">
                <a16:creationId xmlns:a16="http://schemas.microsoft.com/office/drawing/2014/main" id="{A2C77553-163B-B7D6-1CF9-1D5E7E213851}"/>
              </a:ext>
            </a:extLst>
          </p:cNvPr>
          <p:cNvPicPr>
            <a:picLocks/>
          </p:cNvPicPr>
          <p:nvPr/>
        </p:nvPicPr>
        <p:blipFill>
          <a:blip r:embed="rId2"/>
          <a:stretch>
            <a:fillRect/>
          </a:stretch>
        </p:blipFill>
        <p:spPr>
          <a:xfrm>
            <a:off x="600708" y="1656862"/>
            <a:ext cx="11160000" cy="4680000"/>
          </a:xfrm>
          <a:prstGeom prst="rect">
            <a:avLst/>
          </a:prstGeom>
          <a:ln>
            <a:solidFill>
              <a:schemeClr val="tx1"/>
            </a:solidFill>
          </a:ln>
        </p:spPr>
      </p:pic>
    </p:spTree>
    <p:extLst>
      <p:ext uri="{BB962C8B-B14F-4D97-AF65-F5344CB8AC3E}">
        <p14:creationId xmlns:p14="http://schemas.microsoft.com/office/powerpoint/2010/main" val="727834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D7EE8-145A-FA4B-FD9E-BD949555043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87CCAAA-9D29-39EE-9012-5C1045D50047}"/>
              </a:ext>
            </a:extLst>
          </p:cNvPr>
          <p:cNvSpPr>
            <a:spLocks noGrp="1"/>
          </p:cNvSpPr>
          <p:nvPr>
            <p:ph type="title"/>
          </p:nvPr>
        </p:nvSpPr>
        <p:spPr>
          <a:xfrm>
            <a:off x="516000" y="652858"/>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15" name="TextBox 14">
            <a:extLst>
              <a:ext uri="{FF2B5EF4-FFF2-40B4-BE49-F238E27FC236}">
                <a16:creationId xmlns:a16="http://schemas.microsoft.com/office/drawing/2014/main" id="{B8940EA3-5C63-084B-6556-E126AF83148F}"/>
              </a:ext>
            </a:extLst>
          </p:cNvPr>
          <p:cNvSpPr txBox="1"/>
          <p:nvPr/>
        </p:nvSpPr>
        <p:spPr>
          <a:xfrm>
            <a:off x="220980" y="1183154"/>
            <a:ext cx="6551676" cy="461665"/>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300" b="1" dirty="0">
                <a:latin typeface="Times New Roman" panose="02020603050405020304" pitchFamily="18" charset="0"/>
                <a:cs typeface="Times New Roman" panose="02020603050405020304" pitchFamily="18" charset="0"/>
              </a:rPr>
              <a:t>IBM Watsonx.ai Runtime </a:t>
            </a:r>
            <a:r>
              <a:rPr lang="en-IN" sz="2300" dirty="0">
                <a:latin typeface="Times New Roman" panose="02020603050405020304" pitchFamily="18" charset="0"/>
                <a:cs typeface="Times New Roman" panose="02020603050405020304" pitchFamily="18" charset="0"/>
              </a:rPr>
              <a:t>(Deployment)</a:t>
            </a:r>
            <a:endParaRPr lang="en-IN" sz="2300" b="1" dirty="0"/>
          </a:p>
        </p:txBody>
      </p:sp>
      <p:pic>
        <p:nvPicPr>
          <p:cNvPr id="3" name="Picture 2">
            <a:extLst>
              <a:ext uri="{FF2B5EF4-FFF2-40B4-BE49-F238E27FC236}">
                <a16:creationId xmlns:a16="http://schemas.microsoft.com/office/drawing/2014/main" id="{266CF31A-EA1B-C71E-0300-76045B61ADE6}"/>
              </a:ext>
            </a:extLst>
          </p:cNvPr>
          <p:cNvPicPr>
            <a:picLocks/>
          </p:cNvPicPr>
          <p:nvPr/>
        </p:nvPicPr>
        <p:blipFill>
          <a:blip r:embed="rId2"/>
          <a:stretch>
            <a:fillRect/>
          </a:stretch>
        </p:blipFill>
        <p:spPr>
          <a:xfrm>
            <a:off x="516000" y="1667730"/>
            <a:ext cx="11160000" cy="4680000"/>
          </a:xfrm>
          <a:prstGeom prst="rect">
            <a:avLst/>
          </a:prstGeom>
          <a:ln>
            <a:solidFill>
              <a:schemeClr val="tx1"/>
            </a:solidFill>
          </a:ln>
        </p:spPr>
      </p:pic>
    </p:spTree>
    <p:extLst>
      <p:ext uri="{BB962C8B-B14F-4D97-AF65-F5344CB8AC3E}">
        <p14:creationId xmlns:p14="http://schemas.microsoft.com/office/powerpoint/2010/main" val="1355320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2" y="1302026"/>
            <a:ext cx="11029615" cy="5437102"/>
          </a:xfrm>
        </p:spPr>
        <p:txBody>
          <a:bodyPr anchor="t">
            <a:noAutofit/>
          </a:bodyPr>
          <a:lstStyle/>
          <a:p>
            <a:pPr marL="0" indent="0">
              <a:spcBef>
                <a:spcPts val="100"/>
              </a:spcBef>
              <a:spcAft>
                <a:spcPts val="100"/>
              </a:spcAft>
              <a:buNone/>
            </a:pPr>
            <a:r>
              <a:rPr lang="en-IN" dirty="0">
                <a:latin typeface="Times New Roman" panose="02020603050405020304" pitchFamily="18" charset="0"/>
                <a:cs typeface="Times New Roman" panose="02020603050405020304" pitchFamily="18" charset="0"/>
              </a:rPr>
              <a:t>The project successfully classified rural infrastructure projects into PMGSY-I, II, and RCPLWE using IBM Watson </a:t>
            </a:r>
            <a:r>
              <a:rPr lang="en-IN" dirty="0" err="1">
                <a:latin typeface="Times New Roman" panose="02020603050405020304" pitchFamily="18" charset="0"/>
                <a:cs typeface="Times New Roman" panose="02020603050405020304" pitchFamily="18" charset="0"/>
              </a:rPr>
              <a:t>AutoAI</a:t>
            </a:r>
            <a:r>
              <a:rPr lang="en-IN" dirty="0">
                <a:latin typeface="Times New Roman" panose="02020603050405020304" pitchFamily="18" charset="0"/>
                <a:cs typeface="Times New Roman" panose="02020603050405020304" pitchFamily="18" charset="0"/>
              </a:rPr>
              <a:t> and deployed the model via Watson Machine Learning.</a:t>
            </a:r>
          </a:p>
          <a:p>
            <a:pPr marL="0" indent="0">
              <a:spcBef>
                <a:spcPts val="100"/>
              </a:spcBef>
              <a:spcAft>
                <a:spcPts val="100"/>
              </a:spcAft>
              <a:buNone/>
            </a:pPr>
            <a:endParaRPr lang="en-IN" dirty="0">
              <a:latin typeface="Times New Roman" panose="02020603050405020304" pitchFamily="18" charset="0"/>
              <a:cs typeface="Times New Roman" panose="02020603050405020304" pitchFamily="18" charset="0"/>
            </a:endParaRPr>
          </a:p>
          <a:p>
            <a:pPr>
              <a:spcBef>
                <a:spcPts val="100"/>
              </a:spcBef>
              <a:spcAft>
                <a:spcPts val="100"/>
              </a:spcAft>
            </a:pPr>
            <a:r>
              <a:rPr lang="en-IN" sz="2300" b="1" dirty="0">
                <a:latin typeface="Times New Roman" panose="02020603050405020304" pitchFamily="18" charset="0"/>
                <a:cs typeface="Times New Roman" panose="02020603050405020304" pitchFamily="18" charset="0"/>
              </a:rPr>
              <a:t>Findings:</a:t>
            </a:r>
            <a:endParaRPr lang="en-IN" sz="2300"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Achieved accurate classification using </a:t>
            </a:r>
            <a:r>
              <a:rPr lang="en-IN" dirty="0" err="1">
                <a:latin typeface="Times New Roman" panose="02020603050405020304" pitchFamily="18" charset="0"/>
                <a:cs typeface="Times New Roman" panose="02020603050405020304" pitchFamily="18" charset="0"/>
              </a:rPr>
              <a:t>AutoAI</a:t>
            </a:r>
            <a:endParaRPr lang="en-IN"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Enabled real-time prediction via REST API</a:t>
            </a:r>
          </a:p>
          <a:p>
            <a:pPr marL="0" indent="0">
              <a:spcBef>
                <a:spcPts val="100"/>
              </a:spcBef>
              <a:spcAft>
                <a:spcPts val="100"/>
              </a:spcAft>
              <a:buNone/>
            </a:pPr>
            <a:endParaRPr lang="en-IN" sz="500" dirty="0">
              <a:latin typeface="Times New Roman" panose="02020603050405020304" pitchFamily="18" charset="0"/>
              <a:cs typeface="Times New Roman" panose="02020603050405020304" pitchFamily="18" charset="0"/>
            </a:endParaRPr>
          </a:p>
          <a:p>
            <a:pPr>
              <a:spcBef>
                <a:spcPts val="100"/>
              </a:spcBef>
              <a:spcAft>
                <a:spcPts val="100"/>
              </a:spcAft>
            </a:pPr>
            <a:r>
              <a:rPr lang="en-IN" sz="2300" b="1" dirty="0">
                <a:latin typeface="Times New Roman" panose="02020603050405020304" pitchFamily="18" charset="0"/>
                <a:cs typeface="Times New Roman" panose="02020603050405020304" pitchFamily="18" charset="0"/>
              </a:rPr>
              <a:t>Challenges:</a:t>
            </a:r>
            <a:endParaRPr lang="en-IN" sz="2300"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cleaning and encoding complexity</a:t>
            </a: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IBM Cloud Lite limitations in customization</a:t>
            </a:r>
          </a:p>
          <a:p>
            <a:pPr marL="0" indent="0">
              <a:spcBef>
                <a:spcPts val="100"/>
              </a:spcBef>
              <a:spcAft>
                <a:spcPts val="100"/>
              </a:spcAft>
              <a:buNone/>
            </a:pPr>
            <a:endParaRPr lang="en-IN" sz="500" dirty="0">
              <a:latin typeface="Times New Roman" panose="02020603050405020304" pitchFamily="18" charset="0"/>
              <a:cs typeface="Times New Roman" panose="02020603050405020304" pitchFamily="18" charset="0"/>
            </a:endParaRPr>
          </a:p>
          <a:p>
            <a:pPr>
              <a:spcBef>
                <a:spcPts val="100"/>
              </a:spcBef>
              <a:spcAft>
                <a:spcPts val="100"/>
              </a:spcAft>
            </a:pPr>
            <a:r>
              <a:rPr lang="en-IN" sz="2300" b="1" dirty="0">
                <a:latin typeface="Times New Roman" panose="02020603050405020304" pitchFamily="18" charset="0"/>
                <a:cs typeface="Times New Roman" panose="02020603050405020304" pitchFamily="18" charset="0"/>
              </a:rPr>
              <a:t>Improvements:</a:t>
            </a: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more features (e.g., geography, weather)</a:t>
            </a: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UI/API interaction</a:t>
            </a:r>
            <a:endParaRPr lang="en-IN" b="1" dirty="0">
              <a:latin typeface="Times New Roman" panose="02020603050405020304" pitchFamily="18" charset="0"/>
              <a:cs typeface="Times New Roman" panose="02020603050405020304" pitchFamily="18" charset="0"/>
            </a:endParaRPr>
          </a:p>
          <a:p>
            <a:pPr>
              <a:spcBef>
                <a:spcPts val="100"/>
              </a:spcBef>
              <a:spcAft>
                <a:spcPts val="100"/>
              </a:spcAft>
            </a:pPr>
            <a:r>
              <a:rPr lang="en-IN" sz="2300" b="1" dirty="0">
                <a:latin typeface="Times New Roman" panose="02020603050405020304" pitchFamily="18" charset="0"/>
                <a:cs typeface="Times New Roman" panose="02020603050405020304" pitchFamily="18" charset="0"/>
              </a:rPr>
              <a:t>Impact:</a:t>
            </a:r>
          </a:p>
          <a:p>
            <a:pPr>
              <a:spcBef>
                <a:spcPts val="100"/>
              </a:spcBef>
              <a:spcAft>
                <a:spcPts val="100"/>
              </a:spcAft>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better rural project monitoring and decision-making</a:t>
            </a:r>
          </a:p>
        </p:txBody>
      </p:sp>
    </p:spTree>
    <p:extLst>
      <p:ext uri="{BB962C8B-B14F-4D97-AF65-F5344CB8AC3E}">
        <p14:creationId xmlns:p14="http://schemas.microsoft.com/office/powerpoint/2010/main" val="318331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489555" y="1312362"/>
            <a:ext cx="11029615" cy="6254496"/>
          </a:xfrm>
        </p:spPr>
        <p:txBody>
          <a:bodyPr anchor="t">
            <a:noAutofit/>
          </a:bodyPr>
          <a:lstStyle/>
          <a:p>
            <a:pPr marL="0" indent="0">
              <a:buNone/>
            </a:pPr>
            <a:endParaRPr lang="en-US" sz="100" b="1" dirty="0">
              <a:latin typeface="Times New Roman" panose="02020603050405020304" pitchFamily="18" charset="0"/>
              <a:cs typeface="Times New Roman" panose="02020603050405020304" pitchFamily="18" charset="0"/>
            </a:endParaRPr>
          </a:p>
          <a:p>
            <a:pPr>
              <a:spcBef>
                <a:spcPts val="100"/>
              </a:spcBef>
              <a:spcAft>
                <a:spcPts val="100"/>
              </a:spcAft>
            </a:pPr>
            <a:r>
              <a:rPr lang="en-US" sz="2300" b="1" dirty="0">
                <a:latin typeface="Times New Roman" panose="02020603050405020304" pitchFamily="18" charset="0"/>
                <a:cs typeface="Times New Roman" panose="02020603050405020304" pitchFamily="18" charset="0"/>
              </a:rPr>
              <a:t>Enhancements</a:t>
            </a:r>
            <a:endParaRPr lang="en-US" sz="2300"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 additional features like terrain type, funding status, or work delay reasons</a:t>
            </a: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real-time data from on-ground monitoring apps or sensors</a:t>
            </a:r>
          </a:p>
          <a:p>
            <a:pPr marL="0" indent="0">
              <a:spcBef>
                <a:spcPts val="100"/>
              </a:spcBef>
              <a:spcAft>
                <a:spcPts val="100"/>
              </a:spcAft>
              <a:buClr>
                <a:schemeClr val="tx1"/>
              </a:buClr>
              <a:buNone/>
            </a:pPr>
            <a:endParaRPr lang="en-US" dirty="0">
              <a:latin typeface="Times New Roman" panose="02020603050405020304" pitchFamily="18" charset="0"/>
              <a:cs typeface="Times New Roman" panose="02020603050405020304" pitchFamily="18" charset="0"/>
            </a:endParaRPr>
          </a:p>
          <a:p>
            <a:pPr>
              <a:spcBef>
                <a:spcPts val="100"/>
              </a:spcBef>
              <a:spcAft>
                <a:spcPts val="100"/>
              </a:spcAft>
            </a:pPr>
            <a:r>
              <a:rPr lang="en-US" sz="2300" b="1" dirty="0">
                <a:latin typeface="Times New Roman" panose="02020603050405020304" pitchFamily="18" charset="0"/>
                <a:cs typeface="Times New Roman" panose="02020603050405020304" pitchFamily="18" charset="0"/>
              </a:rPr>
              <a:t>Algorithm Optimization</a:t>
            </a:r>
            <a:endParaRPr lang="en-US" sz="2300"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advanced models (e.g.,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neural networks) in Watson Studio Notebooks</a:t>
            </a: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Explore </a:t>
            </a:r>
            <a:r>
              <a:rPr lang="en-US" dirty="0" err="1">
                <a:latin typeface="Times New Roman" panose="02020603050405020304" pitchFamily="18" charset="0"/>
                <a:cs typeface="Times New Roman" panose="02020603050405020304" pitchFamily="18" charset="0"/>
              </a:rPr>
              <a:t>AutoAI</a:t>
            </a:r>
            <a:r>
              <a:rPr lang="en-US" dirty="0">
                <a:latin typeface="Times New Roman" panose="02020603050405020304" pitchFamily="18" charset="0"/>
                <a:cs typeface="Times New Roman" panose="02020603050405020304" pitchFamily="18" charset="0"/>
              </a:rPr>
              <a:t> custom pipelines or Watson </a:t>
            </a:r>
            <a:r>
              <a:rPr lang="en-US" dirty="0" err="1">
                <a:latin typeface="Times New Roman" panose="02020603050405020304" pitchFamily="18" charset="0"/>
                <a:cs typeface="Times New Roman" panose="02020603050405020304" pitchFamily="18" charset="0"/>
              </a:rPr>
              <a:t>OpenScale</a:t>
            </a:r>
            <a:r>
              <a:rPr lang="en-US" dirty="0">
                <a:latin typeface="Times New Roman" panose="02020603050405020304" pitchFamily="18" charset="0"/>
                <a:cs typeface="Times New Roman" panose="02020603050405020304" pitchFamily="18" charset="0"/>
              </a:rPr>
              <a:t> for model explainability</a:t>
            </a:r>
          </a:p>
          <a:p>
            <a:pPr marL="0" indent="0">
              <a:spcBef>
                <a:spcPts val="100"/>
              </a:spcBef>
              <a:spcAft>
                <a:spcPts val="100"/>
              </a:spcAft>
              <a:buClr>
                <a:schemeClr val="tx1"/>
              </a:buClr>
              <a:buNone/>
            </a:pPr>
            <a:endParaRPr lang="en-US" dirty="0">
              <a:latin typeface="Times New Roman" panose="02020603050405020304" pitchFamily="18" charset="0"/>
              <a:cs typeface="Times New Roman" panose="02020603050405020304" pitchFamily="18" charset="0"/>
            </a:endParaRPr>
          </a:p>
          <a:p>
            <a:pPr>
              <a:spcBef>
                <a:spcPts val="100"/>
              </a:spcBef>
              <a:spcAft>
                <a:spcPts val="100"/>
              </a:spcAft>
            </a:pPr>
            <a:r>
              <a:rPr lang="en-US" sz="2300" b="1" dirty="0">
                <a:latin typeface="Times New Roman" panose="02020603050405020304" pitchFamily="18" charset="0"/>
                <a:cs typeface="Times New Roman" panose="02020603050405020304" pitchFamily="18" charset="0"/>
              </a:rPr>
              <a:t>Scalability</a:t>
            </a:r>
            <a:endParaRPr lang="en-US" sz="2300"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the system to cover more schemes, states, or infrastructure types (e.g., bridges, schools)</a:t>
            </a: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 in other development programs like Smart Cities or Jal Jeevan Mission</a:t>
            </a:r>
          </a:p>
          <a:p>
            <a:pPr marL="0" indent="0">
              <a:spcBef>
                <a:spcPts val="100"/>
              </a:spcBef>
              <a:spcAft>
                <a:spcPts val="100"/>
              </a:spcAft>
              <a:buClr>
                <a:schemeClr val="tx1"/>
              </a:buClr>
              <a:buNone/>
            </a:pPr>
            <a:endParaRPr lang="en-US" dirty="0">
              <a:latin typeface="Times New Roman" panose="02020603050405020304" pitchFamily="18" charset="0"/>
              <a:cs typeface="Times New Roman" panose="02020603050405020304" pitchFamily="18" charset="0"/>
            </a:endParaRPr>
          </a:p>
          <a:p>
            <a:pPr>
              <a:spcBef>
                <a:spcPts val="100"/>
              </a:spcBef>
              <a:spcAft>
                <a:spcPts val="100"/>
              </a:spcAft>
            </a:pPr>
            <a:r>
              <a:rPr lang="en-US" sz="2300" b="1" dirty="0">
                <a:latin typeface="Times New Roman" panose="02020603050405020304" pitchFamily="18" charset="0"/>
                <a:cs typeface="Times New Roman" panose="02020603050405020304" pitchFamily="18" charset="0"/>
              </a:rPr>
              <a:t>Tech Integration</a:t>
            </a:r>
            <a:endParaRPr lang="en-US" sz="2300" dirty="0">
              <a:latin typeface="Times New Roman" panose="02020603050405020304" pitchFamily="18" charset="0"/>
              <a:cs typeface="Times New Roman" panose="02020603050405020304" pitchFamily="18" charset="0"/>
            </a:endParaRP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with dashboards for real-time visualization</a:t>
            </a:r>
          </a:p>
          <a:p>
            <a:pPr>
              <a:spcBef>
                <a:spcPts val="100"/>
              </a:spcBef>
              <a:spcAft>
                <a:spcPts val="100"/>
              </a:spcAf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use of Edge AI and IoT for on-site updates and predictions</a:t>
            </a:r>
          </a:p>
          <a:p>
            <a:pPr marL="305435" indent="-305435"/>
            <a:endParaRPr lang="en-US"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828278" y="809498"/>
            <a:ext cx="11029616" cy="530296"/>
          </a:xfrm>
          <a:prstGeom prst="rect">
            <a:avLst/>
          </a:prstGeom>
        </p:spPr>
        <p:txBody>
          <a:bodyPr vert="horz" lIns="91440" tIns="45720" rIns="91440" bIns="45720" rtlCol="0" anchor="b">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956096" y="946658"/>
            <a:ext cx="11029616" cy="530296"/>
          </a:xfrm>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4" name="Rectangle 2">
            <a:extLst>
              <a:ext uri="{FF2B5EF4-FFF2-40B4-BE49-F238E27FC236}">
                <a16:creationId xmlns:a16="http://schemas.microsoft.com/office/drawing/2014/main" id="{70106097-4ED6-3659-E977-A40F424BB1D7}"/>
              </a:ext>
            </a:extLst>
          </p:cNvPr>
          <p:cNvSpPr>
            <a:spLocks noGrp="1" noChangeArrowheads="1"/>
          </p:cNvSpPr>
          <p:nvPr>
            <p:ph idx="1"/>
          </p:nvPr>
        </p:nvSpPr>
        <p:spPr bwMode="auto">
          <a:xfrm>
            <a:off x="1183660" y="1932833"/>
            <a:ext cx="9824680" cy="3742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ts val="150"/>
              </a:spcBef>
              <a:spcAft>
                <a:spcPts val="150"/>
              </a:spcAft>
              <a:buSzTx/>
              <a:buFont typeface="Wingdings" panose="05000000000000000000" pitchFamily="2" charset="2"/>
              <a:buChar char="§"/>
              <a:tabLst/>
            </a:pPr>
            <a:r>
              <a:rPr lang="en-US" altLang="en-US" sz="2500" dirty="0">
                <a:solidFill>
                  <a:schemeClr val="tx1"/>
                </a:solidFill>
                <a:latin typeface="Times New Roman" panose="02020603050405020304" pitchFamily="18" charset="0"/>
                <a:cs typeface="Times New Roman" panose="02020603050405020304" pitchFamily="18" charset="0"/>
              </a:rPr>
              <a:t>  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BM Cloud Documentation </a:t>
            </a:r>
          </a:p>
          <a:p>
            <a:pPr marR="0" lvl="0" algn="l" defTabSz="914400" rtl="0" eaLnBrk="0" fontAlgn="base" latinLnBrk="0" hangingPunct="0">
              <a:lnSpc>
                <a:spcPct val="150000"/>
              </a:lnSpc>
              <a:spcBef>
                <a:spcPts val="150"/>
              </a:spcBef>
              <a:spcAft>
                <a:spcPts val="150"/>
              </a:spcAft>
              <a:buSzTx/>
              <a:buFont typeface="Wingdings" panose="05000000000000000000" pitchFamily="2" charset="2"/>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IBM Watson Studio </a:t>
            </a:r>
          </a:p>
          <a:p>
            <a:pPr marR="0" lvl="0" algn="l" defTabSz="914400" rtl="0" eaLnBrk="0" fontAlgn="base" latinLnBrk="0" hangingPunct="0">
              <a:lnSpc>
                <a:spcPct val="150000"/>
              </a:lnSpc>
              <a:spcBef>
                <a:spcPts val="150"/>
              </a:spcBef>
              <a:spcAft>
                <a:spcPts val="150"/>
              </a:spcAft>
              <a:buSzTx/>
              <a:buFont typeface="Wingdings" panose="05000000000000000000" pitchFamily="2" charset="2"/>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PMGSY Official Portal </a:t>
            </a:r>
          </a:p>
          <a:p>
            <a:pPr marR="0" lvl="0" algn="l" defTabSz="914400" rtl="0" eaLnBrk="0" fontAlgn="base" latinLnBrk="0" hangingPunct="0">
              <a:lnSpc>
                <a:spcPct val="150000"/>
              </a:lnSpc>
              <a:spcBef>
                <a:spcPts val="150"/>
              </a:spcBef>
              <a:spcAft>
                <a:spcPts val="150"/>
              </a:spcAft>
              <a:buSzTx/>
              <a:buFont typeface="Wingdings" panose="05000000000000000000" pitchFamily="2" charset="2"/>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IBM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AutoAI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Overview </a:t>
            </a:r>
          </a:p>
          <a:p>
            <a:pPr marR="0" lvl="0" algn="l" defTabSz="914400" rtl="0" eaLnBrk="0" fontAlgn="base" latinLnBrk="0" hangingPunct="0">
              <a:lnSpc>
                <a:spcPct val="150000"/>
              </a:lnSpc>
              <a:spcBef>
                <a:spcPts val="150"/>
              </a:spcBef>
              <a:spcAft>
                <a:spcPts val="150"/>
              </a:spcAft>
              <a:buSzTx/>
              <a:buFont typeface="Wingdings" panose="05000000000000000000" pitchFamily="2" charset="2"/>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IBM Watson Machine Learning </a:t>
            </a:r>
          </a:p>
          <a:p>
            <a:pPr marR="0" lvl="0" algn="l" defTabSz="914400" rtl="0" eaLnBrk="0" fontAlgn="base" latinLnBrk="0" hangingPunct="0">
              <a:lnSpc>
                <a:spcPct val="150000"/>
              </a:lnSpc>
              <a:spcBef>
                <a:spcPts val="150"/>
              </a:spcBef>
              <a:spcAft>
                <a:spcPts val="150"/>
              </a:spcAft>
              <a:buSzTx/>
              <a:buFont typeface="Wingdings" panose="05000000000000000000" pitchFamily="2" charset="2"/>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Source – AI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kosh</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950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581D8-1979-CBFA-AC66-0975855DC2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8C82F8-0466-3B15-D958-1D1C0B42D1E3}"/>
              </a:ext>
            </a:extLst>
          </p:cNvPr>
          <p:cNvSpPr>
            <a:spLocks noGrp="1"/>
          </p:cNvSpPr>
          <p:nvPr>
            <p:ph type="title"/>
          </p:nvPr>
        </p:nvSpPr>
        <p:spPr>
          <a:xfrm>
            <a:off x="516000" y="652858"/>
            <a:ext cx="11029616" cy="530296"/>
          </a:xfrm>
        </p:spPr>
        <p:txBody>
          <a:bodyPr>
            <a:normAutofit fontScale="90000"/>
          </a:bodyPr>
          <a:lstStyle/>
          <a:p>
            <a:r>
              <a:rPr lang="en-IN" sz="4400" dirty="0">
                <a:solidFill>
                  <a:schemeClr val="accent1"/>
                </a:solidFill>
              </a:rPr>
              <a:t>IBM Certifications</a:t>
            </a:r>
            <a:endParaRPr lang="en-US" dirty="0"/>
          </a:p>
        </p:txBody>
      </p:sp>
      <p:sp>
        <p:nvSpPr>
          <p:cNvPr id="15" name="TextBox 14">
            <a:extLst>
              <a:ext uri="{FF2B5EF4-FFF2-40B4-BE49-F238E27FC236}">
                <a16:creationId xmlns:a16="http://schemas.microsoft.com/office/drawing/2014/main" id="{3FCBB523-D909-ED0F-2576-4FDCC7219154}"/>
              </a:ext>
            </a:extLst>
          </p:cNvPr>
          <p:cNvSpPr txBox="1"/>
          <p:nvPr/>
        </p:nvSpPr>
        <p:spPr>
          <a:xfrm>
            <a:off x="220980" y="1183154"/>
            <a:ext cx="6551676" cy="461665"/>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Getting started with AI</a:t>
            </a:r>
            <a:endParaRPr lang="en-IN" sz="23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E1B9B77-C298-391B-F8AD-5D94040EC1C1}"/>
              </a:ext>
            </a:extLst>
          </p:cNvPr>
          <p:cNvPicPr>
            <a:picLocks/>
          </p:cNvPicPr>
          <p:nvPr/>
        </p:nvPicPr>
        <p:blipFill>
          <a:blip r:embed="rId2"/>
          <a:stretch>
            <a:fillRect/>
          </a:stretch>
        </p:blipFill>
        <p:spPr>
          <a:xfrm>
            <a:off x="2518823" y="1801368"/>
            <a:ext cx="7018370" cy="4500000"/>
          </a:xfrm>
          <a:prstGeom prst="rect">
            <a:avLst/>
          </a:prstGeom>
        </p:spPr>
      </p:pic>
    </p:spTree>
    <p:extLst>
      <p:ext uri="{BB962C8B-B14F-4D97-AF65-F5344CB8AC3E}">
        <p14:creationId xmlns:p14="http://schemas.microsoft.com/office/powerpoint/2010/main" val="3089071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B3C91-E8BF-8F1F-6F90-A768B11F59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C839AFF-EC7B-FDF9-CCB1-DE9C5C1E94A4}"/>
              </a:ext>
            </a:extLst>
          </p:cNvPr>
          <p:cNvSpPr>
            <a:spLocks noGrp="1"/>
          </p:cNvSpPr>
          <p:nvPr>
            <p:ph type="title"/>
          </p:nvPr>
        </p:nvSpPr>
        <p:spPr>
          <a:xfrm>
            <a:off x="516000" y="652858"/>
            <a:ext cx="11029616" cy="530296"/>
          </a:xfrm>
        </p:spPr>
        <p:txBody>
          <a:bodyPr>
            <a:normAutofit fontScale="90000"/>
          </a:bodyPr>
          <a:lstStyle/>
          <a:p>
            <a:r>
              <a:rPr lang="en-IN" sz="4400" dirty="0">
                <a:solidFill>
                  <a:schemeClr val="accent1"/>
                </a:solidFill>
              </a:rPr>
              <a:t>IBM Certifications</a:t>
            </a:r>
            <a:endParaRPr lang="en-US" dirty="0"/>
          </a:p>
        </p:txBody>
      </p:sp>
      <p:sp>
        <p:nvSpPr>
          <p:cNvPr id="15" name="TextBox 14">
            <a:extLst>
              <a:ext uri="{FF2B5EF4-FFF2-40B4-BE49-F238E27FC236}">
                <a16:creationId xmlns:a16="http://schemas.microsoft.com/office/drawing/2014/main" id="{79AEF539-A56A-CF3B-0F38-8C5D91F30F77}"/>
              </a:ext>
            </a:extLst>
          </p:cNvPr>
          <p:cNvSpPr txBox="1"/>
          <p:nvPr/>
        </p:nvSpPr>
        <p:spPr>
          <a:xfrm>
            <a:off x="220980" y="1183154"/>
            <a:ext cx="6551676" cy="461665"/>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Journey to Cloud</a:t>
            </a:r>
            <a:endParaRPr lang="en-IN" sz="23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5AD8D5-70E0-5898-53B5-F0ED0A688F42}"/>
              </a:ext>
            </a:extLst>
          </p:cNvPr>
          <p:cNvPicPr>
            <a:picLocks/>
          </p:cNvPicPr>
          <p:nvPr/>
        </p:nvPicPr>
        <p:blipFill>
          <a:blip r:embed="rId2"/>
          <a:stretch>
            <a:fillRect/>
          </a:stretch>
        </p:blipFill>
        <p:spPr>
          <a:xfrm>
            <a:off x="2520808" y="1750026"/>
            <a:ext cx="7020000" cy="4500000"/>
          </a:xfrm>
          <a:prstGeom prst="rect">
            <a:avLst/>
          </a:prstGeom>
        </p:spPr>
      </p:pic>
    </p:spTree>
    <p:extLst>
      <p:ext uri="{BB962C8B-B14F-4D97-AF65-F5344CB8AC3E}">
        <p14:creationId xmlns:p14="http://schemas.microsoft.com/office/powerpoint/2010/main" val="1052192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BE528-C3AA-7EB4-6582-B51487921B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D344AE-44F4-7D5F-ACCB-9F6B03629E9A}"/>
              </a:ext>
            </a:extLst>
          </p:cNvPr>
          <p:cNvSpPr>
            <a:spLocks noGrp="1"/>
          </p:cNvSpPr>
          <p:nvPr>
            <p:ph type="title"/>
          </p:nvPr>
        </p:nvSpPr>
        <p:spPr>
          <a:xfrm>
            <a:off x="516000" y="652858"/>
            <a:ext cx="11029616" cy="530296"/>
          </a:xfrm>
        </p:spPr>
        <p:txBody>
          <a:bodyPr>
            <a:normAutofit fontScale="90000"/>
          </a:bodyPr>
          <a:lstStyle/>
          <a:p>
            <a:r>
              <a:rPr lang="en-IN" sz="4400" dirty="0">
                <a:solidFill>
                  <a:schemeClr val="accent1"/>
                </a:solidFill>
              </a:rPr>
              <a:t>IBM Certifications</a:t>
            </a:r>
            <a:endParaRPr lang="en-US" dirty="0"/>
          </a:p>
        </p:txBody>
      </p:sp>
      <p:sp>
        <p:nvSpPr>
          <p:cNvPr id="15" name="TextBox 14">
            <a:extLst>
              <a:ext uri="{FF2B5EF4-FFF2-40B4-BE49-F238E27FC236}">
                <a16:creationId xmlns:a16="http://schemas.microsoft.com/office/drawing/2014/main" id="{E688347B-3582-63EA-CDDE-6B3E6C88E25C}"/>
              </a:ext>
            </a:extLst>
          </p:cNvPr>
          <p:cNvSpPr txBox="1"/>
          <p:nvPr/>
        </p:nvSpPr>
        <p:spPr>
          <a:xfrm>
            <a:off x="220980" y="1183154"/>
            <a:ext cx="6551676" cy="461665"/>
          </a:xfrm>
          <a:prstGeom prst="rect">
            <a:avLst/>
          </a:prstGeom>
          <a:noFill/>
        </p:spPr>
        <p:txBody>
          <a:bodyPr wrap="square">
            <a:spAutoFit/>
          </a:bodyPr>
          <a:lstStyle/>
          <a:p>
            <a:pPr marL="285750" indent="-285750">
              <a:buClr>
                <a:srgbClr val="00B0F0"/>
              </a:buClr>
              <a:buSzPct val="9200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RAG Lab</a:t>
            </a:r>
            <a:endParaRPr lang="en-IN" sz="23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A94B810-37BF-D37A-0A01-663D1A089950}"/>
              </a:ext>
            </a:extLst>
          </p:cNvPr>
          <p:cNvPicPr>
            <a:picLocks/>
          </p:cNvPicPr>
          <p:nvPr/>
        </p:nvPicPr>
        <p:blipFill>
          <a:blip r:embed="rId2"/>
          <a:stretch>
            <a:fillRect/>
          </a:stretch>
        </p:blipFill>
        <p:spPr>
          <a:xfrm>
            <a:off x="1530808" y="1644819"/>
            <a:ext cx="9000000" cy="4680000"/>
          </a:xfrm>
          <a:prstGeom prst="rect">
            <a:avLst/>
          </a:prstGeom>
        </p:spPr>
      </p:pic>
    </p:spTree>
    <p:extLst>
      <p:ext uri="{BB962C8B-B14F-4D97-AF65-F5344CB8AC3E}">
        <p14:creationId xmlns:p14="http://schemas.microsoft.com/office/powerpoint/2010/main" val="1144807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0" y="2683922"/>
            <a:ext cx="12192000" cy="1325563"/>
          </a:xfrm>
        </p:spPr>
        <p:txBody>
          <a:bodyPr>
            <a:normAutofit/>
          </a:bodyPr>
          <a:lstStyle/>
          <a:p>
            <a:pPr algn="ctr"/>
            <a:r>
              <a:rPr lang="en-US" sz="8000" b="1" u="sng" dirty="0">
                <a:solidFill>
                  <a:schemeClr val="accent2">
                    <a:lumMod val="50000"/>
                  </a:schemeClr>
                </a:solidFill>
                <a:latin typeface="Arial" panose="020B0604020202020204" pitchFamily="34" charset="0"/>
                <a:cs typeface="Arial" panose="020B0604020202020204" pitchFamily="34" charset="0"/>
              </a:rPr>
              <a:t>THANK</a:t>
            </a:r>
            <a:r>
              <a:rPr lang="en-US" sz="8000" b="1" dirty="0">
                <a:solidFill>
                  <a:schemeClr val="accent2">
                    <a:lumMod val="50000"/>
                  </a:schemeClr>
                </a:solidFill>
                <a:latin typeface="Arial" panose="020B0604020202020204" pitchFamily="34" charset="0"/>
                <a:cs typeface="Arial" panose="020B0604020202020204" pitchFamily="34" charset="0"/>
              </a:rPr>
              <a:t> </a:t>
            </a:r>
            <a:r>
              <a:rPr lang="en-US" sz="8000" b="1" u="sng" dirty="0">
                <a:solidFill>
                  <a:schemeClr val="accent2">
                    <a:lumMod val="50000"/>
                  </a:schemeClr>
                </a:solidFill>
                <a:latin typeface="Arial" panose="020B0604020202020204" pitchFamily="34" charset="0"/>
                <a:cs typeface="Arial" panose="020B0604020202020204" pitchFamily="34" charset="0"/>
              </a:rPr>
              <a:t>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250</TotalTime>
  <Words>1074</Words>
  <Application>Microsoft Office PowerPoint</Application>
  <PresentationFormat>Widescreen</PresentationFormat>
  <Paragraphs>136</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Franklin Gothic Book</vt:lpstr>
      <vt:lpstr>Franklin Gothic Demi</vt:lpstr>
      <vt:lpstr>Times New Roman</vt:lpstr>
      <vt:lpstr>Wingdings</vt:lpstr>
      <vt:lpstr>Wingdings 2</vt:lpstr>
      <vt:lpstr>DividendVTI</vt:lpstr>
      <vt:lpstr>Problem statement 35 - Intelligent Classification of Rural Infrastructure Projects</vt:lpstr>
      <vt:lpstr>OUTLINE</vt:lpstr>
      <vt:lpstr>Problem Statement</vt:lpstr>
      <vt:lpstr>Proposed Solution</vt:lpstr>
      <vt:lpstr>System  Approach</vt:lpstr>
      <vt:lpstr>Algorithm &amp; Deployment</vt:lpstr>
      <vt:lpstr>Algorithm &amp; Deployment</vt:lpstr>
      <vt:lpstr>Algorithm &amp; Deployment</vt:lpstr>
      <vt:lpstr>Result</vt:lpstr>
      <vt:lpstr>Result</vt:lpstr>
      <vt:lpstr>Result</vt:lpstr>
      <vt:lpstr>Result</vt:lpstr>
      <vt:lpstr>Conclusion</vt:lpstr>
      <vt:lpstr>PowerPoint Presentation</vt:lpstr>
      <vt:lpstr>References</vt:lpstr>
      <vt:lpstr>IBM Certifications</vt:lpstr>
      <vt:lpstr>IBM Certifications</vt:lpstr>
      <vt:lpstr>IBM Certifications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Vrishabh Jawa</dc:creator>
  <cp:lastModifiedBy>Vrishabh Jawa</cp:lastModifiedBy>
  <cp:revision>24</cp:revision>
  <dcterms:created xsi:type="dcterms:W3CDTF">2021-05-26T16:50:10Z</dcterms:created>
  <dcterms:modified xsi:type="dcterms:W3CDTF">2025-07-31T21:56:31Z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